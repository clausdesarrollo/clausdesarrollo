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8" r:id="rId3"/>
    <p:sldId id="260" r:id="rId4"/>
    <p:sldId id="259" r:id="rId5"/>
    <p:sldId id="262" r:id="rId6"/>
    <p:sldId id="263" r:id="rId7"/>
    <p:sldId id="264" r:id="rId8"/>
    <p:sldId id="265" r:id="rId9"/>
    <p:sldId id="266" r:id="rId10"/>
    <p:sldId id="267" r:id="rId11"/>
    <p:sldId id="268" r:id="rId12"/>
    <p:sldId id="269" r:id="rId13"/>
    <p:sldId id="270" r:id="rId14"/>
    <p:sldId id="271" r:id="rId15"/>
    <p:sldId id="272" r:id="rId16"/>
    <p:sldId id="261" r:id="rId17"/>
    <p:sldId id="275" r:id="rId18"/>
    <p:sldId id="273" r:id="rId19"/>
    <p:sldId id="274"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O ALONSO VARGAS ORGANISTA" userId="aa7520bb-cbc9-4eb0-be16-92a41b48d6a8" providerId="ADAL" clId="{37F47C0F-C790-439C-A254-C1284D739AAE}"/>
    <pc:docChg chg="undo custSel addSld delSld modSld sldOrd">
      <pc:chgData name="CLAUDIO ALONSO VARGAS ORGANISTA" userId="aa7520bb-cbc9-4eb0-be16-92a41b48d6a8" providerId="ADAL" clId="{37F47C0F-C790-439C-A254-C1284D739AAE}" dt="2021-09-08T17:33:36.694" v="1601" actId="20577"/>
      <pc:docMkLst>
        <pc:docMk/>
      </pc:docMkLst>
      <pc:sldChg chg="modSp del mod">
        <pc:chgData name="CLAUDIO ALONSO VARGAS ORGANISTA" userId="aa7520bb-cbc9-4eb0-be16-92a41b48d6a8" providerId="ADAL" clId="{37F47C0F-C790-439C-A254-C1284D739AAE}" dt="2021-09-01T22:40:44.532" v="1431" actId="2696"/>
        <pc:sldMkLst>
          <pc:docMk/>
          <pc:sldMk cId="3091098821" sldId="257"/>
        </pc:sldMkLst>
        <pc:spChg chg="mod">
          <ac:chgData name="CLAUDIO ALONSO VARGAS ORGANISTA" userId="aa7520bb-cbc9-4eb0-be16-92a41b48d6a8" providerId="ADAL" clId="{37F47C0F-C790-439C-A254-C1284D739AAE}" dt="2021-09-01T22:40:40.027" v="1430" actId="20577"/>
          <ac:spMkLst>
            <pc:docMk/>
            <pc:sldMk cId="3091098821" sldId="257"/>
            <ac:spMk id="3" creationId="{66F01C79-4F2B-43EA-98DD-EAE926C037A6}"/>
          </ac:spMkLst>
        </pc:spChg>
      </pc:sldChg>
      <pc:sldChg chg="addSp delSp modSp mod setBg">
        <pc:chgData name="CLAUDIO ALONSO VARGAS ORGANISTA" userId="aa7520bb-cbc9-4eb0-be16-92a41b48d6a8" providerId="ADAL" clId="{37F47C0F-C790-439C-A254-C1284D739AAE}" dt="2021-09-01T21:39:29.761" v="984" actId="26606"/>
        <pc:sldMkLst>
          <pc:docMk/>
          <pc:sldMk cId="4131735035" sldId="258"/>
        </pc:sldMkLst>
        <pc:spChg chg="mod">
          <ac:chgData name="CLAUDIO ALONSO VARGAS ORGANISTA" userId="aa7520bb-cbc9-4eb0-be16-92a41b48d6a8" providerId="ADAL" clId="{37F47C0F-C790-439C-A254-C1284D739AAE}" dt="2021-09-01T21:39:29.761" v="984" actId="26606"/>
          <ac:spMkLst>
            <pc:docMk/>
            <pc:sldMk cId="4131735035" sldId="258"/>
            <ac:spMk id="2" creationId="{D39C6B4F-B1E4-4D57-80E4-8B8C0831433C}"/>
          </ac:spMkLst>
        </pc:spChg>
        <pc:spChg chg="del mod">
          <ac:chgData name="CLAUDIO ALONSO VARGAS ORGANISTA" userId="aa7520bb-cbc9-4eb0-be16-92a41b48d6a8" providerId="ADAL" clId="{37F47C0F-C790-439C-A254-C1284D739AAE}" dt="2021-09-01T16:09:28.160" v="453" actId="478"/>
          <ac:spMkLst>
            <pc:docMk/>
            <pc:sldMk cId="4131735035" sldId="258"/>
            <ac:spMk id="3" creationId="{B2ADC624-FD03-431C-8689-62976D66FC10}"/>
          </ac:spMkLst>
        </pc:spChg>
        <pc:spChg chg="add mod">
          <ac:chgData name="CLAUDIO ALONSO VARGAS ORGANISTA" userId="aa7520bb-cbc9-4eb0-be16-92a41b48d6a8" providerId="ADAL" clId="{37F47C0F-C790-439C-A254-C1284D739AAE}" dt="2021-09-01T21:39:29.761" v="984" actId="26606"/>
          <ac:spMkLst>
            <pc:docMk/>
            <pc:sldMk cId="4131735035" sldId="258"/>
            <ac:spMk id="4" creationId="{D04A2518-B8BC-481A-A493-8214DD12DAE0}"/>
          </ac:spMkLst>
        </pc:spChg>
        <pc:spChg chg="add del mod">
          <ac:chgData name="CLAUDIO ALONSO VARGAS ORGANISTA" userId="aa7520bb-cbc9-4eb0-be16-92a41b48d6a8" providerId="ADAL" clId="{37F47C0F-C790-439C-A254-C1284D739AAE}" dt="2021-09-01T16:09:30.804" v="454" actId="478"/>
          <ac:spMkLst>
            <pc:docMk/>
            <pc:sldMk cId="4131735035" sldId="258"/>
            <ac:spMk id="6" creationId="{8C746C19-2CE9-4C6B-B8CC-56D639153F5D}"/>
          </ac:spMkLst>
        </pc:spChg>
        <pc:spChg chg="add ord">
          <ac:chgData name="CLAUDIO ALONSO VARGAS ORGANISTA" userId="aa7520bb-cbc9-4eb0-be16-92a41b48d6a8" providerId="ADAL" clId="{37F47C0F-C790-439C-A254-C1284D739AAE}" dt="2021-09-01T21:39:29.761" v="984" actId="26606"/>
          <ac:spMkLst>
            <pc:docMk/>
            <pc:sldMk cId="4131735035" sldId="258"/>
            <ac:spMk id="7" creationId="{960629C9-F2AE-47F8-B522-D88AF87FB135}"/>
          </ac:spMkLst>
        </pc:spChg>
        <pc:spChg chg="add del">
          <ac:chgData name="CLAUDIO ALONSO VARGAS ORGANISTA" userId="aa7520bb-cbc9-4eb0-be16-92a41b48d6a8" providerId="ADAL" clId="{37F47C0F-C790-439C-A254-C1284D739AAE}" dt="2021-09-01T21:39:27.468" v="981" actId="26606"/>
          <ac:spMkLst>
            <pc:docMk/>
            <pc:sldMk cId="4131735035" sldId="258"/>
            <ac:spMk id="14" creationId="{A99FE660-E3DF-47E7-962D-66C6F6CE0D81}"/>
          </ac:spMkLst>
        </pc:spChg>
        <pc:spChg chg="add del">
          <ac:chgData name="CLAUDIO ALONSO VARGAS ORGANISTA" userId="aa7520bb-cbc9-4eb0-be16-92a41b48d6a8" providerId="ADAL" clId="{37F47C0F-C790-439C-A254-C1284D739AAE}" dt="2021-09-01T21:39:27.468" v="981" actId="26606"/>
          <ac:spMkLst>
            <pc:docMk/>
            <pc:sldMk cId="4131735035" sldId="258"/>
            <ac:spMk id="16" creationId="{38C29FEE-8E8F-43D5-AD23-EB4060B4D943}"/>
          </ac:spMkLst>
        </pc:spChg>
        <pc:spChg chg="add del">
          <ac:chgData name="CLAUDIO ALONSO VARGAS ORGANISTA" userId="aa7520bb-cbc9-4eb0-be16-92a41b48d6a8" providerId="ADAL" clId="{37F47C0F-C790-439C-A254-C1284D739AAE}" dt="2021-09-01T21:39:29.745" v="983" actId="26606"/>
          <ac:spMkLst>
            <pc:docMk/>
            <pc:sldMk cId="4131735035" sldId="258"/>
            <ac:spMk id="18" creationId="{1660E788-AFA9-4A1B-9991-6AA74632A15B}"/>
          </ac:spMkLst>
        </pc:spChg>
        <pc:spChg chg="add del">
          <ac:chgData name="CLAUDIO ALONSO VARGAS ORGANISTA" userId="aa7520bb-cbc9-4eb0-be16-92a41b48d6a8" providerId="ADAL" clId="{37F47C0F-C790-439C-A254-C1284D739AAE}" dt="2021-09-01T21:39:29.745" v="983" actId="26606"/>
          <ac:spMkLst>
            <pc:docMk/>
            <pc:sldMk cId="4131735035" sldId="258"/>
            <ac:spMk id="19" creationId="{867D4867-5BA7-4462-B2F6-A23F4A622AA7}"/>
          </ac:spMkLst>
        </pc:spChg>
        <pc:spChg chg="add">
          <ac:chgData name="CLAUDIO ALONSO VARGAS ORGANISTA" userId="aa7520bb-cbc9-4eb0-be16-92a41b48d6a8" providerId="ADAL" clId="{37F47C0F-C790-439C-A254-C1284D739AAE}" dt="2021-09-01T21:39:29.761" v="984" actId="26606"/>
          <ac:spMkLst>
            <pc:docMk/>
            <pc:sldMk cId="4131735035" sldId="258"/>
            <ac:spMk id="21" creationId="{6515FC82-3453-4CBE-8895-4CCFF339529E}"/>
          </ac:spMkLst>
        </pc:spChg>
        <pc:spChg chg="add">
          <ac:chgData name="CLAUDIO ALONSO VARGAS ORGANISTA" userId="aa7520bb-cbc9-4eb0-be16-92a41b48d6a8" providerId="ADAL" clId="{37F47C0F-C790-439C-A254-C1284D739AAE}" dt="2021-09-01T21:39:29.761" v="984" actId="26606"/>
          <ac:spMkLst>
            <pc:docMk/>
            <pc:sldMk cId="4131735035" sldId="258"/>
            <ac:spMk id="22" creationId="{C5FD847B-65C0-4027-8DFC-70CB424514F8}"/>
          </ac:spMkLst>
        </pc:spChg>
        <pc:picChg chg="add mod ord">
          <ac:chgData name="CLAUDIO ALONSO VARGAS ORGANISTA" userId="aa7520bb-cbc9-4eb0-be16-92a41b48d6a8" providerId="ADAL" clId="{37F47C0F-C790-439C-A254-C1284D739AAE}" dt="2021-09-01T21:39:29.761" v="984" actId="26606"/>
          <ac:picMkLst>
            <pc:docMk/>
            <pc:sldMk cId="4131735035" sldId="258"/>
            <ac:picMk id="9" creationId="{7C6C39CD-8772-41F2-8790-1345D58034A7}"/>
          </ac:picMkLst>
        </pc:picChg>
      </pc:sldChg>
      <pc:sldChg chg="modSp mod">
        <pc:chgData name="CLAUDIO ALONSO VARGAS ORGANISTA" userId="aa7520bb-cbc9-4eb0-be16-92a41b48d6a8" providerId="ADAL" clId="{37F47C0F-C790-439C-A254-C1284D739AAE}" dt="2021-09-01T16:20:21.184" v="505" actId="108"/>
        <pc:sldMkLst>
          <pc:docMk/>
          <pc:sldMk cId="2130237316" sldId="259"/>
        </pc:sldMkLst>
        <pc:spChg chg="mod">
          <ac:chgData name="CLAUDIO ALONSO VARGAS ORGANISTA" userId="aa7520bb-cbc9-4eb0-be16-92a41b48d6a8" providerId="ADAL" clId="{37F47C0F-C790-439C-A254-C1284D739AAE}" dt="2021-09-01T16:20:21.184" v="505" actId="108"/>
          <ac:spMkLst>
            <pc:docMk/>
            <pc:sldMk cId="2130237316" sldId="259"/>
            <ac:spMk id="3" creationId="{95B8E3C9-0104-4239-A12B-715B6165FF52}"/>
          </ac:spMkLst>
        </pc:spChg>
      </pc:sldChg>
      <pc:sldChg chg="modSp mod">
        <pc:chgData name="CLAUDIO ALONSO VARGAS ORGANISTA" userId="aa7520bb-cbc9-4eb0-be16-92a41b48d6a8" providerId="ADAL" clId="{37F47C0F-C790-439C-A254-C1284D739AAE}" dt="2021-09-01T16:16:39.390" v="493" actId="20577"/>
        <pc:sldMkLst>
          <pc:docMk/>
          <pc:sldMk cId="3729311252" sldId="260"/>
        </pc:sldMkLst>
        <pc:spChg chg="mod">
          <ac:chgData name="CLAUDIO ALONSO VARGAS ORGANISTA" userId="aa7520bb-cbc9-4eb0-be16-92a41b48d6a8" providerId="ADAL" clId="{37F47C0F-C790-439C-A254-C1284D739AAE}" dt="2021-09-01T16:16:39.390" v="493" actId="20577"/>
          <ac:spMkLst>
            <pc:docMk/>
            <pc:sldMk cId="3729311252" sldId="260"/>
            <ac:spMk id="3" creationId="{E37FD4E0-C1CE-4821-9ACB-2A5AAB18C3F4}"/>
          </ac:spMkLst>
        </pc:spChg>
      </pc:sldChg>
      <pc:sldChg chg="addSp delSp modSp mod ord setBg">
        <pc:chgData name="CLAUDIO ALONSO VARGAS ORGANISTA" userId="aa7520bb-cbc9-4eb0-be16-92a41b48d6a8" providerId="ADAL" clId="{37F47C0F-C790-439C-A254-C1284D739AAE}" dt="2021-09-01T22:52:08.533" v="1451" actId="20577"/>
        <pc:sldMkLst>
          <pc:docMk/>
          <pc:sldMk cId="138157585" sldId="261"/>
        </pc:sldMkLst>
        <pc:spChg chg="del">
          <ac:chgData name="CLAUDIO ALONSO VARGAS ORGANISTA" userId="aa7520bb-cbc9-4eb0-be16-92a41b48d6a8" providerId="ADAL" clId="{37F47C0F-C790-439C-A254-C1284D739AAE}" dt="2021-09-01T22:51:22.175" v="1432" actId="478"/>
          <ac:spMkLst>
            <pc:docMk/>
            <pc:sldMk cId="138157585" sldId="261"/>
            <ac:spMk id="2" creationId="{F8A6803C-B3BE-437F-8F52-1F99236FF919}"/>
          </ac:spMkLst>
        </pc:spChg>
        <pc:spChg chg="del">
          <ac:chgData name="CLAUDIO ALONSO VARGAS ORGANISTA" userId="aa7520bb-cbc9-4eb0-be16-92a41b48d6a8" providerId="ADAL" clId="{37F47C0F-C790-439C-A254-C1284D739AAE}" dt="2021-09-01T22:51:32.563" v="1434" actId="478"/>
          <ac:spMkLst>
            <pc:docMk/>
            <pc:sldMk cId="138157585" sldId="261"/>
            <ac:spMk id="3" creationId="{053181F2-8123-41C1-9116-545061D229CA}"/>
          </ac:spMkLst>
        </pc:spChg>
        <pc:spChg chg="add del mod">
          <ac:chgData name="CLAUDIO ALONSO VARGAS ORGANISTA" userId="aa7520bb-cbc9-4eb0-be16-92a41b48d6a8" providerId="ADAL" clId="{37F47C0F-C790-439C-A254-C1284D739AAE}" dt="2021-09-01T22:51:27.868" v="1433" actId="478"/>
          <ac:spMkLst>
            <pc:docMk/>
            <pc:sldMk cId="138157585" sldId="261"/>
            <ac:spMk id="5" creationId="{A44A7FCD-1233-43E1-AFA7-E010809F8AF3}"/>
          </ac:spMkLst>
        </pc:spChg>
        <pc:spChg chg="add mod ord">
          <ac:chgData name="CLAUDIO ALONSO VARGAS ORGANISTA" userId="aa7520bb-cbc9-4eb0-be16-92a41b48d6a8" providerId="ADAL" clId="{37F47C0F-C790-439C-A254-C1284D739AAE}" dt="2021-09-01T22:52:08.533" v="1451" actId="20577"/>
          <ac:spMkLst>
            <pc:docMk/>
            <pc:sldMk cId="138157585" sldId="261"/>
            <ac:spMk id="7" creationId="{EB3D4E07-DB2F-4C19-8616-18BCBE88C0A4}"/>
          </ac:spMkLst>
        </pc:spChg>
        <pc:picChg chg="add mod">
          <ac:chgData name="CLAUDIO ALONSO VARGAS ORGANISTA" userId="aa7520bb-cbc9-4eb0-be16-92a41b48d6a8" providerId="ADAL" clId="{37F47C0F-C790-439C-A254-C1284D739AAE}" dt="2021-09-01T22:52:00.591" v="1439" actId="14100"/>
          <ac:picMkLst>
            <pc:docMk/>
            <pc:sldMk cId="138157585" sldId="261"/>
            <ac:picMk id="9" creationId="{7943A8D2-5FE7-4898-BFE3-886E3FAFBE9A}"/>
          </ac:picMkLst>
        </pc:picChg>
      </pc:sldChg>
      <pc:sldChg chg="addSp delSp modSp mod">
        <pc:chgData name="CLAUDIO ALONSO VARGAS ORGANISTA" userId="aa7520bb-cbc9-4eb0-be16-92a41b48d6a8" providerId="ADAL" clId="{37F47C0F-C790-439C-A254-C1284D739AAE}" dt="2021-09-01T16:45:58.122" v="844" actId="313"/>
        <pc:sldMkLst>
          <pc:docMk/>
          <pc:sldMk cId="3388557302" sldId="262"/>
        </pc:sldMkLst>
        <pc:spChg chg="mod">
          <ac:chgData name="CLAUDIO ALONSO VARGAS ORGANISTA" userId="aa7520bb-cbc9-4eb0-be16-92a41b48d6a8" providerId="ADAL" clId="{37F47C0F-C790-439C-A254-C1284D739AAE}" dt="2021-09-01T16:43:46.286" v="797" actId="1076"/>
          <ac:spMkLst>
            <pc:docMk/>
            <pc:sldMk cId="3388557302" sldId="262"/>
            <ac:spMk id="2" creationId="{24459C09-A67D-46C4-B9E0-149B676CE35C}"/>
          </ac:spMkLst>
        </pc:spChg>
        <pc:spChg chg="mod">
          <ac:chgData name="CLAUDIO ALONSO VARGAS ORGANISTA" userId="aa7520bb-cbc9-4eb0-be16-92a41b48d6a8" providerId="ADAL" clId="{37F47C0F-C790-439C-A254-C1284D739AAE}" dt="2021-09-01T16:45:58.122" v="844" actId="313"/>
          <ac:spMkLst>
            <pc:docMk/>
            <pc:sldMk cId="3388557302" sldId="262"/>
            <ac:spMk id="3" creationId="{01E327DD-032B-4451-B814-6266FDF121DF}"/>
          </ac:spMkLst>
        </pc:spChg>
        <pc:spChg chg="add del mod">
          <ac:chgData name="CLAUDIO ALONSO VARGAS ORGANISTA" userId="aa7520bb-cbc9-4eb0-be16-92a41b48d6a8" providerId="ADAL" clId="{37F47C0F-C790-439C-A254-C1284D739AAE}" dt="2021-09-01T16:45:40.683" v="841" actId="478"/>
          <ac:spMkLst>
            <pc:docMk/>
            <pc:sldMk cId="3388557302" sldId="262"/>
            <ac:spMk id="4" creationId="{F241AAF9-E9FA-4CA3-B68E-0EB7247B6B48}"/>
          </ac:spMkLst>
        </pc:spChg>
        <pc:spChg chg="add del mod">
          <ac:chgData name="CLAUDIO ALONSO VARGAS ORGANISTA" userId="aa7520bb-cbc9-4eb0-be16-92a41b48d6a8" providerId="ADAL" clId="{37F47C0F-C790-439C-A254-C1284D739AAE}" dt="2021-09-01T16:45:43.355" v="842" actId="478"/>
          <ac:spMkLst>
            <pc:docMk/>
            <pc:sldMk cId="3388557302" sldId="262"/>
            <ac:spMk id="5" creationId="{D246ACE4-2211-4338-B412-D8241AAB1046}"/>
          </ac:spMkLst>
        </pc:spChg>
      </pc:sldChg>
      <pc:sldChg chg="modSp new mod">
        <pc:chgData name="CLAUDIO ALONSO VARGAS ORGANISTA" userId="aa7520bb-cbc9-4eb0-be16-92a41b48d6a8" providerId="ADAL" clId="{37F47C0F-C790-439C-A254-C1284D739AAE}" dt="2021-09-01T21:08:00.672" v="871" actId="313"/>
        <pc:sldMkLst>
          <pc:docMk/>
          <pc:sldMk cId="1525940620" sldId="263"/>
        </pc:sldMkLst>
        <pc:spChg chg="mod">
          <ac:chgData name="CLAUDIO ALONSO VARGAS ORGANISTA" userId="aa7520bb-cbc9-4eb0-be16-92a41b48d6a8" providerId="ADAL" clId="{37F47C0F-C790-439C-A254-C1284D739AAE}" dt="2021-09-01T21:03:05.177" v="851" actId="20577"/>
          <ac:spMkLst>
            <pc:docMk/>
            <pc:sldMk cId="1525940620" sldId="263"/>
            <ac:spMk id="2" creationId="{C10D214E-27AF-4D72-9024-9DBAD9B31E91}"/>
          </ac:spMkLst>
        </pc:spChg>
        <pc:spChg chg="mod">
          <ac:chgData name="CLAUDIO ALONSO VARGAS ORGANISTA" userId="aa7520bb-cbc9-4eb0-be16-92a41b48d6a8" providerId="ADAL" clId="{37F47C0F-C790-439C-A254-C1284D739AAE}" dt="2021-09-01T21:08:00.672" v="871" actId="313"/>
          <ac:spMkLst>
            <pc:docMk/>
            <pc:sldMk cId="1525940620" sldId="263"/>
            <ac:spMk id="3" creationId="{F126AD41-00BE-45FE-9946-4203EABD962A}"/>
          </ac:spMkLst>
        </pc:spChg>
      </pc:sldChg>
      <pc:sldChg chg="modSp new mod">
        <pc:chgData name="CLAUDIO ALONSO VARGAS ORGANISTA" userId="aa7520bb-cbc9-4eb0-be16-92a41b48d6a8" providerId="ADAL" clId="{37F47C0F-C790-439C-A254-C1284D739AAE}" dt="2021-09-01T21:15:33.963" v="905" actId="20577"/>
        <pc:sldMkLst>
          <pc:docMk/>
          <pc:sldMk cId="575405415" sldId="264"/>
        </pc:sldMkLst>
        <pc:spChg chg="mod">
          <ac:chgData name="CLAUDIO ALONSO VARGAS ORGANISTA" userId="aa7520bb-cbc9-4eb0-be16-92a41b48d6a8" providerId="ADAL" clId="{37F47C0F-C790-439C-A254-C1284D739AAE}" dt="2021-09-01T21:08:31.332" v="878" actId="27636"/>
          <ac:spMkLst>
            <pc:docMk/>
            <pc:sldMk cId="575405415" sldId="264"/>
            <ac:spMk id="2" creationId="{831A0642-9B24-47C2-9252-9D39E2CFFB4A}"/>
          </ac:spMkLst>
        </pc:spChg>
        <pc:spChg chg="mod">
          <ac:chgData name="CLAUDIO ALONSO VARGAS ORGANISTA" userId="aa7520bb-cbc9-4eb0-be16-92a41b48d6a8" providerId="ADAL" clId="{37F47C0F-C790-439C-A254-C1284D739AAE}" dt="2021-09-01T21:15:33.963" v="905" actId="20577"/>
          <ac:spMkLst>
            <pc:docMk/>
            <pc:sldMk cId="575405415" sldId="264"/>
            <ac:spMk id="3" creationId="{5F5E9AEA-091C-4256-9F3A-B03E37DE2068}"/>
          </ac:spMkLst>
        </pc:spChg>
      </pc:sldChg>
      <pc:sldChg chg="modSp new mod ord">
        <pc:chgData name="CLAUDIO ALONSO VARGAS ORGANISTA" userId="aa7520bb-cbc9-4eb0-be16-92a41b48d6a8" providerId="ADAL" clId="{37F47C0F-C790-439C-A254-C1284D739AAE}" dt="2021-09-01T21:22:23.915" v="920"/>
        <pc:sldMkLst>
          <pc:docMk/>
          <pc:sldMk cId="4178608891" sldId="265"/>
        </pc:sldMkLst>
        <pc:spChg chg="mod">
          <ac:chgData name="CLAUDIO ALONSO VARGAS ORGANISTA" userId="aa7520bb-cbc9-4eb0-be16-92a41b48d6a8" providerId="ADAL" clId="{37F47C0F-C790-439C-A254-C1284D739AAE}" dt="2021-09-01T21:20:40.142" v="911" actId="1076"/>
          <ac:spMkLst>
            <pc:docMk/>
            <pc:sldMk cId="4178608891" sldId="265"/>
            <ac:spMk id="2" creationId="{88966E82-5848-48E0-BBA6-E6708EE78BAE}"/>
          </ac:spMkLst>
        </pc:spChg>
        <pc:spChg chg="mod">
          <ac:chgData name="CLAUDIO ALONSO VARGAS ORGANISTA" userId="aa7520bb-cbc9-4eb0-be16-92a41b48d6a8" providerId="ADAL" clId="{37F47C0F-C790-439C-A254-C1284D739AAE}" dt="2021-09-01T21:22:23.915" v="920"/>
          <ac:spMkLst>
            <pc:docMk/>
            <pc:sldMk cId="4178608891" sldId="265"/>
            <ac:spMk id="3" creationId="{2EC2CC1E-6A2F-475C-9384-DDBECB937D86}"/>
          </ac:spMkLst>
        </pc:spChg>
      </pc:sldChg>
      <pc:sldChg chg="addSp modSp new mod">
        <pc:chgData name="CLAUDIO ALONSO VARGAS ORGANISTA" userId="aa7520bb-cbc9-4eb0-be16-92a41b48d6a8" providerId="ADAL" clId="{37F47C0F-C790-439C-A254-C1284D739AAE}" dt="2021-09-01T21:43:23.324" v="985" actId="207"/>
        <pc:sldMkLst>
          <pc:docMk/>
          <pc:sldMk cId="3495608913" sldId="266"/>
        </pc:sldMkLst>
        <pc:spChg chg="mod">
          <ac:chgData name="CLAUDIO ALONSO VARGAS ORGANISTA" userId="aa7520bb-cbc9-4eb0-be16-92a41b48d6a8" providerId="ADAL" clId="{37F47C0F-C790-439C-A254-C1284D739AAE}" dt="2021-09-01T21:30:10.315" v="973" actId="14100"/>
          <ac:spMkLst>
            <pc:docMk/>
            <pc:sldMk cId="3495608913" sldId="266"/>
            <ac:spMk id="2" creationId="{E60A60E8-A359-4BC7-B727-C8E12482C86C}"/>
          </ac:spMkLst>
        </pc:spChg>
        <pc:spChg chg="mod">
          <ac:chgData name="CLAUDIO ALONSO VARGAS ORGANISTA" userId="aa7520bb-cbc9-4eb0-be16-92a41b48d6a8" providerId="ADAL" clId="{37F47C0F-C790-439C-A254-C1284D739AAE}" dt="2021-09-01T21:30:05.103" v="972" actId="27636"/>
          <ac:spMkLst>
            <pc:docMk/>
            <pc:sldMk cId="3495608913" sldId="266"/>
            <ac:spMk id="3" creationId="{096805F1-9EB8-47FB-A179-FE01D7256A05}"/>
          </ac:spMkLst>
        </pc:spChg>
        <pc:spChg chg="add mod">
          <ac:chgData name="CLAUDIO ALONSO VARGAS ORGANISTA" userId="aa7520bb-cbc9-4eb0-be16-92a41b48d6a8" providerId="ADAL" clId="{37F47C0F-C790-439C-A254-C1284D739AAE}" dt="2021-09-01T21:43:23.324" v="985" actId="207"/>
          <ac:spMkLst>
            <pc:docMk/>
            <pc:sldMk cId="3495608913" sldId="266"/>
            <ac:spMk id="4" creationId="{EDCACBE2-91E2-42F4-957C-4C994B771CD7}"/>
          </ac:spMkLst>
        </pc:spChg>
      </pc:sldChg>
      <pc:sldChg chg="modSp new mod">
        <pc:chgData name="CLAUDIO ALONSO VARGAS ORGANISTA" userId="aa7520bb-cbc9-4eb0-be16-92a41b48d6a8" providerId="ADAL" clId="{37F47C0F-C790-439C-A254-C1284D739AAE}" dt="2021-09-01T22:01:18.173" v="1062" actId="14100"/>
        <pc:sldMkLst>
          <pc:docMk/>
          <pc:sldMk cId="331354530" sldId="267"/>
        </pc:sldMkLst>
        <pc:spChg chg="mod">
          <ac:chgData name="CLAUDIO ALONSO VARGAS ORGANISTA" userId="aa7520bb-cbc9-4eb0-be16-92a41b48d6a8" providerId="ADAL" clId="{37F47C0F-C790-439C-A254-C1284D739AAE}" dt="2021-09-01T21:45:30.216" v="1013" actId="27636"/>
          <ac:spMkLst>
            <pc:docMk/>
            <pc:sldMk cId="331354530" sldId="267"/>
            <ac:spMk id="2" creationId="{3B3B3B0E-6E88-4867-AF8D-DA312A14048C}"/>
          </ac:spMkLst>
        </pc:spChg>
        <pc:spChg chg="mod">
          <ac:chgData name="CLAUDIO ALONSO VARGAS ORGANISTA" userId="aa7520bb-cbc9-4eb0-be16-92a41b48d6a8" providerId="ADAL" clId="{37F47C0F-C790-439C-A254-C1284D739AAE}" dt="2021-09-01T22:01:18.173" v="1062" actId="14100"/>
          <ac:spMkLst>
            <pc:docMk/>
            <pc:sldMk cId="331354530" sldId="267"/>
            <ac:spMk id="3" creationId="{12360A8F-58EA-4C0F-83ED-EF60018FF9D6}"/>
          </ac:spMkLst>
        </pc:spChg>
      </pc:sldChg>
      <pc:sldChg chg="delSp modSp new mod">
        <pc:chgData name="CLAUDIO ALONSO VARGAS ORGANISTA" userId="aa7520bb-cbc9-4eb0-be16-92a41b48d6a8" providerId="ADAL" clId="{37F47C0F-C790-439C-A254-C1284D739AAE}" dt="2021-09-01T22:19:44.996" v="1117" actId="13926"/>
        <pc:sldMkLst>
          <pc:docMk/>
          <pc:sldMk cId="1671756981" sldId="268"/>
        </pc:sldMkLst>
        <pc:spChg chg="del">
          <ac:chgData name="CLAUDIO ALONSO VARGAS ORGANISTA" userId="aa7520bb-cbc9-4eb0-be16-92a41b48d6a8" providerId="ADAL" clId="{37F47C0F-C790-439C-A254-C1284D739AAE}" dt="2021-09-01T21:46:45.713" v="1022" actId="478"/>
          <ac:spMkLst>
            <pc:docMk/>
            <pc:sldMk cId="1671756981" sldId="268"/>
            <ac:spMk id="2" creationId="{4886C9AA-FE5E-4760-A506-66FEE16EA0AF}"/>
          </ac:spMkLst>
        </pc:spChg>
        <pc:spChg chg="mod">
          <ac:chgData name="CLAUDIO ALONSO VARGAS ORGANISTA" userId="aa7520bb-cbc9-4eb0-be16-92a41b48d6a8" providerId="ADAL" clId="{37F47C0F-C790-439C-A254-C1284D739AAE}" dt="2021-09-01T22:19:44.996" v="1117" actId="13926"/>
          <ac:spMkLst>
            <pc:docMk/>
            <pc:sldMk cId="1671756981" sldId="268"/>
            <ac:spMk id="3" creationId="{587145EB-CCDF-4C32-BD91-DA7591CFDFDA}"/>
          </ac:spMkLst>
        </pc:spChg>
      </pc:sldChg>
      <pc:sldChg chg="delSp modSp new mod">
        <pc:chgData name="CLAUDIO ALONSO VARGAS ORGANISTA" userId="aa7520bb-cbc9-4eb0-be16-92a41b48d6a8" providerId="ADAL" clId="{37F47C0F-C790-439C-A254-C1284D739AAE}" dt="2021-09-01T22:29:52.583" v="1253" actId="115"/>
        <pc:sldMkLst>
          <pc:docMk/>
          <pc:sldMk cId="475429170" sldId="269"/>
        </pc:sldMkLst>
        <pc:spChg chg="del">
          <ac:chgData name="CLAUDIO ALONSO VARGAS ORGANISTA" userId="aa7520bb-cbc9-4eb0-be16-92a41b48d6a8" providerId="ADAL" clId="{37F47C0F-C790-439C-A254-C1284D739AAE}" dt="2021-09-01T22:20:01.245" v="1119" actId="478"/>
          <ac:spMkLst>
            <pc:docMk/>
            <pc:sldMk cId="475429170" sldId="269"/>
            <ac:spMk id="2" creationId="{CA7AF46F-483D-45C1-BEF7-5B19A2699F0A}"/>
          </ac:spMkLst>
        </pc:spChg>
        <pc:spChg chg="mod">
          <ac:chgData name="CLAUDIO ALONSO VARGAS ORGANISTA" userId="aa7520bb-cbc9-4eb0-be16-92a41b48d6a8" providerId="ADAL" clId="{37F47C0F-C790-439C-A254-C1284D739AAE}" dt="2021-09-01T22:29:52.583" v="1253" actId="115"/>
          <ac:spMkLst>
            <pc:docMk/>
            <pc:sldMk cId="475429170" sldId="269"/>
            <ac:spMk id="3" creationId="{6E8F9FA4-EDB1-411B-8B98-DF313D54E802}"/>
          </ac:spMkLst>
        </pc:spChg>
      </pc:sldChg>
      <pc:sldChg chg="addSp delSp modSp new mod">
        <pc:chgData name="CLAUDIO ALONSO VARGAS ORGANISTA" userId="aa7520bb-cbc9-4eb0-be16-92a41b48d6a8" providerId="ADAL" clId="{37F47C0F-C790-439C-A254-C1284D739AAE}" dt="2021-09-01T22:40:19.814" v="1428" actId="20577"/>
        <pc:sldMkLst>
          <pc:docMk/>
          <pc:sldMk cId="2934775316" sldId="270"/>
        </pc:sldMkLst>
        <pc:spChg chg="del">
          <ac:chgData name="CLAUDIO ALONSO VARGAS ORGANISTA" userId="aa7520bb-cbc9-4eb0-be16-92a41b48d6a8" providerId="ADAL" clId="{37F47C0F-C790-439C-A254-C1284D739AAE}" dt="2021-09-01T22:32:25.550" v="1257" actId="478"/>
          <ac:spMkLst>
            <pc:docMk/>
            <pc:sldMk cId="2934775316" sldId="270"/>
            <ac:spMk id="2" creationId="{8E6A9F2E-18BD-4ACB-8BAB-AE15C5B7130D}"/>
          </ac:spMkLst>
        </pc:spChg>
        <pc:spChg chg="add del mod">
          <ac:chgData name="CLAUDIO ALONSO VARGAS ORGANISTA" userId="aa7520bb-cbc9-4eb0-be16-92a41b48d6a8" providerId="ADAL" clId="{37F47C0F-C790-439C-A254-C1284D739AAE}" dt="2021-09-01T22:33:31.174" v="1261"/>
          <ac:spMkLst>
            <pc:docMk/>
            <pc:sldMk cId="2934775316" sldId="270"/>
            <ac:spMk id="3" creationId="{8C09C161-9072-457C-81E5-69F52BCCC19A}"/>
          </ac:spMkLst>
        </pc:spChg>
        <pc:spChg chg="add del mod">
          <ac:chgData name="CLAUDIO ALONSO VARGAS ORGANISTA" userId="aa7520bb-cbc9-4eb0-be16-92a41b48d6a8" providerId="ADAL" clId="{37F47C0F-C790-439C-A254-C1284D739AAE}" dt="2021-09-01T22:33:18.324" v="1260"/>
          <ac:spMkLst>
            <pc:docMk/>
            <pc:sldMk cId="2934775316" sldId="270"/>
            <ac:spMk id="4" creationId="{67BCFBF4-B9EE-4E29-8FF9-91ECE92A5A64}"/>
          </ac:spMkLst>
        </pc:spChg>
        <pc:spChg chg="add mod">
          <ac:chgData name="CLAUDIO ALONSO VARGAS ORGANISTA" userId="aa7520bb-cbc9-4eb0-be16-92a41b48d6a8" providerId="ADAL" clId="{37F47C0F-C790-439C-A254-C1284D739AAE}" dt="2021-09-01T22:40:04.957" v="1406" actId="1035"/>
          <ac:spMkLst>
            <pc:docMk/>
            <pc:sldMk cId="2934775316" sldId="270"/>
            <ac:spMk id="5" creationId="{DB7F3B01-4C91-46B4-9A85-D5444A7441C8}"/>
          </ac:spMkLst>
        </pc:spChg>
        <pc:spChg chg="add mod">
          <ac:chgData name="CLAUDIO ALONSO VARGAS ORGANISTA" userId="aa7520bb-cbc9-4eb0-be16-92a41b48d6a8" providerId="ADAL" clId="{37F47C0F-C790-439C-A254-C1284D739AAE}" dt="2021-09-01T22:40:19.814" v="1428" actId="20577"/>
          <ac:spMkLst>
            <pc:docMk/>
            <pc:sldMk cId="2934775316" sldId="270"/>
            <ac:spMk id="6" creationId="{2619B3DA-BD1B-4346-9DE0-7E919C609947}"/>
          </ac:spMkLst>
        </pc:spChg>
      </pc:sldChg>
      <pc:sldChg chg="addSp delSp modSp new mod">
        <pc:chgData name="CLAUDIO ALONSO VARGAS ORGANISTA" userId="aa7520bb-cbc9-4eb0-be16-92a41b48d6a8" providerId="ADAL" clId="{37F47C0F-C790-439C-A254-C1284D739AAE}" dt="2021-09-01T22:36:14.515" v="1351" actId="1076"/>
        <pc:sldMkLst>
          <pc:docMk/>
          <pc:sldMk cId="1994243883" sldId="271"/>
        </pc:sldMkLst>
        <pc:spChg chg="del">
          <ac:chgData name="CLAUDIO ALONSO VARGAS ORGANISTA" userId="aa7520bb-cbc9-4eb0-be16-92a41b48d6a8" providerId="ADAL" clId="{37F47C0F-C790-439C-A254-C1284D739AAE}" dt="2021-09-01T22:35:15.223" v="1313" actId="478"/>
          <ac:spMkLst>
            <pc:docMk/>
            <pc:sldMk cId="1994243883" sldId="271"/>
            <ac:spMk id="2" creationId="{00BF8CE4-DEC2-4D5A-BF65-5D5A4446736F}"/>
          </ac:spMkLst>
        </pc:spChg>
        <pc:spChg chg="del">
          <ac:chgData name="CLAUDIO ALONSO VARGAS ORGANISTA" userId="aa7520bb-cbc9-4eb0-be16-92a41b48d6a8" providerId="ADAL" clId="{37F47C0F-C790-439C-A254-C1284D739AAE}" dt="2021-09-01T22:35:27.294" v="1314"/>
          <ac:spMkLst>
            <pc:docMk/>
            <pc:sldMk cId="1994243883" sldId="271"/>
            <ac:spMk id="3" creationId="{EA4F158E-4893-4860-9F6E-B3BF303E102B}"/>
          </ac:spMkLst>
        </pc:spChg>
        <pc:spChg chg="add mod">
          <ac:chgData name="CLAUDIO ALONSO VARGAS ORGANISTA" userId="aa7520bb-cbc9-4eb0-be16-92a41b48d6a8" providerId="ADAL" clId="{37F47C0F-C790-439C-A254-C1284D739AAE}" dt="2021-09-01T22:36:14.515" v="1351" actId="1076"/>
          <ac:spMkLst>
            <pc:docMk/>
            <pc:sldMk cId="1994243883" sldId="271"/>
            <ac:spMk id="4" creationId="{06AE2997-B746-42DC-848D-488B067E5EE5}"/>
          </ac:spMkLst>
        </pc:spChg>
      </pc:sldChg>
      <pc:sldChg chg="addSp delSp modSp new mod">
        <pc:chgData name="CLAUDIO ALONSO VARGAS ORGANISTA" userId="aa7520bb-cbc9-4eb0-be16-92a41b48d6a8" providerId="ADAL" clId="{37F47C0F-C790-439C-A254-C1284D739AAE}" dt="2021-09-01T22:39:43.239" v="1377" actId="14100"/>
        <pc:sldMkLst>
          <pc:docMk/>
          <pc:sldMk cId="3600907215" sldId="272"/>
        </pc:sldMkLst>
        <pc:spChg chg="del">
          <ac:chgData name="CLAUDIO ALONSO VARGAS ORGANISTA" userId="aa7520bb-cbc9-4eb0-be16-92a41b48d6a8" providerId="ADAL" clId="{37F47C0F-C790-439C-A254-C1284D739AAE}" dt="2021-09-01T22:36:22.971" v="1352" actId="478"/>
          <ac:spMkLst>
            <pc:docMk/>
            <pc:sldMk cId="3600907215" sldId="272"/>
            <ac:spMk id="2" creationId="{43A206D4-3F47-44E1-807A-9FC260AB0316}"/>
          </ac:spMkLst>
        </pc:spChg>
        <pc:spChg chg="del mod">
          <ac:chgData name="CLAUDIO ALONSO VARGAS ORGANISTA" userId="aa7520bb-cbc9-4eb0-be16-92a41b48d6a8" providerId="ADAL" clId="{37F47C0F-C790-439C-A254-C1284D739AAE}" dt="2021-09-01T22:36:53.250" v="1356"/>
          <ac:spMkLst>
            <pc:docMk/>
            <pc:sldMk cId="3600907215" sldId="272"/>
            <ac:spMk id="3" creationId="{3F6C9F1D-8124-4102-8015-A0CD7033F732}"/>
          </ac:spMkLst>
        </pc:spChg>
        <pc:spChg chg="add del mod">
          <ac:chgData name="CLAUDIO ALONSO VARGAS ORGANISTA" userId="aa7520bb-cbc9-4eb0-be16-92a41b48d6a8" providerId="ADAL" clId="{37F47C0F-C790-439C-A254-C1284D739AAE}" dt="2021-09-01T22:38:02.574" v="1360" actId="478"/>
          <ac:spMkLst>
            <pc:docMk/>
            <pc:sldMk cId="3600907215" sldId="272"/>
            <ac:spMk id="4" creationId="{FEA7C060-A030-4CBB-B9BE-92518E43AC79}"/>
          </ac:spMkLst>
        </pc:spChg>
        <pc:spChg chg="add del mod">
          <ac:chgData name="CLAUDIO ALONSO VARGAS ORGANISTA" userId="aa7520bb-cbc9-4eb0-be16-92a41b48d6a8" providerId="ADAL" clId="{37F47C0F-C790-439C-A254-C1284D739AAE}" dt="2021-09-01T22:39:00.982" v="1370" actId="478"/>
          <ac:spMkLst>
            <pc:docMk/>
            <pc:sldMk cId="3600907215" sldId="272"/>
            <ac:spMk id="5" creationId="{232A7894-AEB3-4EC3-A947-7A641AFF0466}"/>
          </ac:spMkLst>
        </pc:spChg>
        <pc:spChg chg="add del">
          <ac:chgData name="CLAUDIO ALONSO VARGAS ORGANISTA" userId="aa7520bb-cbc9-4eb0-be16-92a41b48d6a8" providerId="ADAL" clId="{37F47C0F-C790-439C-A254-C1284D739AAE}" dt="2021-09-01T22:39:00.982" v="1370" actId="478"/>
          <ac:spMkLst>
            <pc:docMk/>
            <pc:sldMk cId="3600907215" sldId="272"/>
            <ac:spMk id="6" creationId="{0AEA4C98-9C63-4F5C-92BD-8A7E3688CC8C}"/>
          </ac:spMkLst>
        </pc:spChg>
        <pc:spChg chg="add mod">
          <ac:chgData name="CLAUDIO ALONSO VARGAS ORGANISTA" userId="aa7520bb-cbc9-4eb0-be16-92a41b48d6a8" providerId="ADAL" clId="{37F47C0F-C790-439C-A254-C1284D739AAE}" dt="2021-09-01T22:39:43.239" v="1377" actId="14100"/>
          <ac:spMkLst>
            <pc:docMk/>
            <pc:sldMk cId="3600907215" sldId="272"/>
            <ac:spMk id="7" creationId="{D662E5AD-3554-459C-B259-D7C152671CDB}"/>
          </ac:spMkLst>
        </pc:spChg>
      </pc:sldChg>
      <pc:sldChg chg="addSp delSp modSp add mod addAnim">
        <pc:chgData name="CLAUDIO ALONSO VARGAS ORGANISTA" userId="aa7520bb-cbc9-4eb0-be16-92a41b48d6a8" providerId="ADAL" clId="{37F47C0F-C790-439C-A254-C1284D739AAE}" dt="2021-09-01T22:53:54.146" v="1466"/>
        <pc:sldMkLst>
          <pc:docMk/>
          <pc:sldMk cId="1339014142" sldId="273"/>
        </pc:sldMkLst>
        <pc:spChg chg="mod ord">
          <ac:chgData name="CLAUDIO ALONSO VARGAS ORGANISTA" userId="aa7520bb-cbc9-4eb0-be16-92a41b48d6a8" providerId="ADAL" clId="{37F47C0F-C790-439C-A254-C1284D739AAE}" dt="2021-09-01T22:53:54.146" v="1465" actId="26606"/>
          <ac:spMkLst>
            <pc:docMk/>
            <pc:sldMk cId="1339014142" sldId="273"/>
            <ac:spMk id="7" creationId="{EB3D4E07-DB2F-4C19-8616-18BCBE88C0A4}"/>
          </ac:spMkLst>
        </pc:spChg>
        <pc:spChg chg="add">
          <ac:chgData name="CLAUDIO ALONSO VARGAS ORGANISTA" userId="aa7520bb-cbc9-4eb0-be16-92a41b48d6a8" providerId="ADAL" clId="{37F47C0F-C790-439C-A254-C1284D739AAE}" dt="2021-09-01T22:53:54.146" v="1465" actId="26606"/>
          <ac:spMkLst>
            <pc:docMk/>
            <pc:sldMk cId="1339014142" sldId="273"/>
            <ac:spMk id="12" creationId="{17928EA2-88ED-424C-A811-B45B398FBAFA}"/>
          </ac:spMkLst>
        </pc:spChg>
        <pc:spChg chg="add">
          <ac:chgData name="CLAUDIO ALONSO VARGAS ORGANISTA" userId="aa7520bb-cbc9-4eb0-be16-92a41b48d6a8" providerId="ADAL" clId="{37F47C0F-C790-439C-A254-C1284D739AAE}" dt="2021-09-01T22:53:54.146" v="1465" actId="26606"/>
          <ac:spMkLst>
            <pc:docMk/>
            <pc:sldMk cId="1339014142" sldId="273"/>
            <ac:spMk id="14" creationId="{304F0B90-9D71-4D15-94CC-B9E1F445BA28}"/>
          </ac:spMkLst>
        </pc:spChg>
        <pc:picChg chg="add mod">
          <ac:chgData name="CLAUDIO ALONSO VARGAS ORGANISTA" userId="aa7520bb-cbc9-4eb0-be16-92a41b48d6a8" providerId="ADAL" clId="{37F47C0F-C790-439C-A254-C1284D739AAE}" dt="2021-09-01T22:53:54.146" v="1465" actId="26606"/>
          <ac:picMkLst>
            <pc:docMk/>
            <pc:sldMk cId="1339014142" sldId="273"/>
            <ac:picMk id="3" creationId="{4EAD09D4-033E-43E4-BEB6-E7158C7CBB6E}"/>
          </ac:picMkLst>
        </pc:picChg>
        <pc:picChg chg="del">
          <ac:chgData name="CLAUDIO ALONSO VARGAS ORGANISTA" userId="aa7520bb-cbc9-4eb0-be16-92a41b48d6a8" providerId="ADAL" clId="{37F47C0F-C790-439C-A254-C1284D739AAE}" dt="2021-09-01T22:53:26.635" v="1460" actId="478"/>
          <ac:picMkLst>
            <pc:docMk/>
            <pc:sldMk cId="1339014142" sldId="273"/>
            <ac:picMk id="9" creationId="{7943A8D2-5FE7-4898-BFE3-886E3FAFBE9A}"/>
          </ac:picMkLst>
        </pc:picChg>
      </pc:sldChg>
      <pc:sldChg chg="addSp delSp modSp add mod addAnim">
        <pc:chgData name="CLAUDIO ALONSO VARGAS ORGANISTA" userId="aa7520bb-cbc9-4eb0-be16-92a41b48d6a8" providerId="ADAL" clId="{37F47C0F-C790-439C-A254-C1284D739AAE}" dt="2021-09-01T22:54:23.865" v="1473" actId="14100"/>
        <pc:sldMkLst>
          <pc:docMk/>
          <pc:sldMk cId="3208857898" sldId="274"/>
        </pc:sldMkLst>
        <pc:spChg chg="mod ord">
          <ac:chgData name="CLAUDIO ALONSO VARGAS ORGANISTA" userId="aa7520bb-cbc9-4eb0-be16-92a41b48d6a8" providerId="ADAL" clId="{37F47C0F-C790-439C-A254-C1284D739AAE}" dt="2021-09-01T22:54:23.865" v="1473" actId="14100"/>
          <ac:spMkLst>
            <pc:docMk/>
            <pc:sldMk cId="3208857898" sldId="274"/>
            <ac:spMk id="7" creationId="{EB3D4E07-DB2F-4C19-8616-18BCBE88C0A4}"/>
          </ac:spMkLst>
        </pc:spChg>
        <pc:spChg chg="add">
          <ac:chgData name="CLAUDIO ALONSO VARGAS ORGANISTA" userId="aa7520bb-cbc9-4eb0-be16-92a41b48d6a8" providerId="ADAL" clId="{37F47C0F-C790-439C-A254-C1284D739AAE}" dt="2021-09-01T22:54:13.192" v="1471" actId="26606"/>
          <ac:spMkLst>
            <pc:docMk/>
            <pc:sldMk cId="3208857898" sldId="274"/>
            <ac:spMk id="12" creationId="{17928EA2-88ED-424C-A811-B45B398FBAFA}"/>
          </ac:spMkLst>
        </pc:spChg>
        <pc:spChg chg="add">
          <ac:chgData name="CLAUDIO ALONSO VARGAS ORGANISTA" userId="aa7520bb-cbc9-4eb0-be16-92a41b48d6a8" providerId="ADAL" clId="{37F47C0F-C790-439C-A254-C1284D739AAE}" dt="2021-09-01T22:54:13.192" v="1471" actId="26606"/>
          <ac:spMkLst>
            <pc:docMk/>
            <pc:sldMk cId="3208857898" sldId="274"/>
            <ac:spMk id="14" creationId="{304F0B90-9D71-4D15-94CC-B9E1F445BA28}"/>
          </ac:spMkLst>
        </pc:spChg>
        <pc:picChg chg="add mod">
          <ac:chgData name="CLAUDIO ALONSO VARGAS ORGANISTA" userId="aa7520bb-cbc9-4eb0-be16-92a41b48d6a8" providerId="ADAL" clId="{37F47C0F-C790-439C-A254-C1284D739AAE}" dt="2021-09-01T22:54:13.192" v="1471" actId="26606"/>
          <ac:picMkLst>
            <pc:docMk/>
            <pc:sldMk cId="3208857898" sldId="274"/>
            <ac:picMk id="3" creationId="{7BD20F9B-8DFD-4D02-AC36-12E396A2AF92}"/>
          </ac:picMkLst>
        </pc:picChg>
        <pc:picChg chg="del">
          <ac:chgData name="CLAUDIO ALONSO VARGAS ORGANISTA" userId="aa7520bb-cbc9-4eb0-be16-92a41b48d6a8" providerId="ADAL" clId="{37F47C0F-C790-439C-A254-C1284D739AAE}" dt="2021-09-01T22:54:03.223" v="1467" actId="478"/>
          <ac:picMkLst>
            <pc:docMk/>
            <pc:sldMk cId="3208857898" sldId="274"/>
            <ac:picMk id="9" creationId="{7943A8D2-5FE7-4898-BFE3-886E3FAFBE9A}"/>
          </ac:picMkLst>
        </pc:picChg>
      </pc:sldChg>
      <pc:sldChg chg="addSp delSp modSp add mod addAnim">
        <pc:chgData name="CLAUDIO ALONSO VARGAS ORGANISTA" userId="aa7520bb-cbc9-4eb0-be16-92a41b48d6a8" providerId="ADAL" clId="{37F47C0F-C790-439C-A254-C1284D739AAE}" dt="2021-09-01T22:53:08.124" v="1459"/>
        <pc:sldMkLst>
          <pc:docMk/>
          <pc:sldMk cId="41761167" sldId="275"/>
        </pc:sldMkLst>
        <pc:spChg chg="mod ord">
          <ac:chgData name="CLAUDIO ALONSO VARGAS ORGANISTA" userId="aa7520bb-cbc9-4eb0-be16-92a41b48d6a8" providerId="ADAL" clId="{37F47C0F-C790-439C-A254-C1284D739AAE}" dt="2021-09-01T22:53:08.109" v="1458" actId="26606"/>
          <ac:spMkLst>
            <pc:docMk/>
            <pc:sldMk cId="41761167" sldId="275"/>
            <ac:spMk id="7" creationId="{EB3D4E07-DB2F-4C19-8616-18BCBE88C0A4}"/>
          </ac:spMkLst>
        </pc:spChg>
        <pc:picChg chg="add mod">
          <ac:chgData name="CLAUDIO ALONSO VARGAS ORGANISTA" userId="aa7520bb-cbc9-4eb0-be16-92a41b48d6a8" providerId="ADAL" clId="{37F47C0F-C790-439C-A254-C1284D739AAE}" dt="2021-09-01T22:53:08.109" v="1458" actId="26606"/>
          <ac:picMkLst>
            <pc:docMk/>
            <pc:sldMk cId="41761167" sldId="275"/>
            <ac:picMk id="3" creationId="{CE5ED74E-067F-41E4-89E1-0F5D80AC847A}"/>
          </ac:picMkLst>
        </pc:picChg>
        <pc:picChg chg="del">
          <ac:chgData name="CLAUDIO ALONSO VARGAS ORGANISTA" userId="aa7520bb-cbc9-4eb0-be16-92a41b48d6a8" providerId="ADAL" clId="{37F47C0F-C790-439C-A254-C1284D739AAE}" dt="2021-09-01T22:52:41.048" v="1455" actId="478"/>
          <ac:picMkLst>
            <pc:docMk/>
            <pc:sldMk cId="41761167" sldId="275"/>
            <ac:picMk id="9" creationId="{7943A8D2-5FE7-4898-BFE3-886E3FAFBE9A}"/>
          </ac:picMkLst>
        </pc:picChg>
      </pc:sldChg>
      <pc:sldChg chg="delSp modSp new mod">
        <pc:chgData name="CLAUDIO ALONSO VARGAS ORGANISTA" userId="aa7520bb-cbc9-4eb0-be16-92a41b48d6a8" providerId="ADAL" clId="{37F47C0F-C790-439C-A254-C1284D739AAE}" dt="2021-09-08T17:19:16.980" v="1479" actId="27636"/>
        <pc:sldMkLst>
          <pc:docMk/>
          <pc:sldMk cId="387650559" sldId="276"/>
        </pc:sldMkLst>
        <pc:spChg chg="del">
          <ac:chgData name="CLAUDIO ALONSO VARGAS ORGANISTA" userId="aa7520bb-cbc9-4eb0-be16-92a41b48d6a8" providerId="ADAL" clId="{37F47C0F-C790-439C-A254-C1284D739AAE}" dt="2021-09-08T17:19:11.311" v="1475" actId="478"/>
          <ac:spMkLst>
            <pc:docMk/>
            <pc:sldMk cId="387650559" sldId="276"/>
            <ac:spMk id="2" creationId="{35D8A92C-481B-4F51-80E5-13DA75122455}"/>
          </ac:spMkLst>
        </pc:spChg>
        <pc:spChg chg="mod">
          <ac:chgData name="CLAUDIO ALONSO VARGAS ORGANISTA" userId="aa7520bb-cbc9-4eb0-be16-92a41b48d6a8" providerId="ADAL" clId="{37F47C0F-C790-439C-A254-C1284D739AAE}" dt="2021-09-08T17:19:16.980" v="1479" actId="27636"/>
          <ac:spMkLst>
            <pc:docMk/>
            <pc:sldMk cId="387650559" sldId="276"/>
            <ac:spMk id="3" creationId="{E940DF23-CFCC-4261-A04F-DEFBE88B500A}"/>
          </ac:spMkLst>
        </pc:spChg>
      </pc:sldChg>
      <pc:sldChg chg="delSp modSp new mod">
        <pc:chgData name="CLAUDIO ALONSO VARGAS ORGANISTA" userId="aa7520bb-cbc9-4eb0-be16-92a41b48d6a8" providerId="ADAL" clId="{37F47C0F-C790-439C-A254-C1284D739AAE}" dt="2021-09-08T17:20:01.464" v="1494"/>
        <pc:sldMkLst>
          <pc:docMk/>
          <pc:sldMk cId="632966758" sldId="277"/>
        </pc:sldMkLst>
        <pc:spChg chg="del">
          <ac:chgData name="CLAUDIO ALONSO VARGAS ORGANISTA" userId="aa7520bb-cbc9-4eb0-be16-92a41b48d6a8" providerId="ADAL" clId="{37F47C0F-C790-439C-A254-C1284D739AAE}" dt="2021-09-08T17:19:56.567" v="1492" actId="478"/>
          <ac:spMkLst>
            <pc:docMk/>
            <pc:sldMk cId="632966758" sldId="277"/>
            <ac:spMk id="2" creationId="{6A612CA8-810D-4325-A061-71968D32CC78}"/>
          </ac:spMkLst>
        </pc:spChg>
        <pc:spChg chg="mod">
          <ac:chgData name="CLAUDIO ALONSO VARGAS ORGANISTA" userId="aa7520bb-cbc9-4eb0-be16-92a41b48d6a8" providerId="ADAL" clId="{37F47C0F-C790-439C-A254-C1284D739AAE}" dt="2021-09-08T17:20:01.464" v="1494"/>
          <ac:spMkLst>
            <pc:docMk/>
            <pc:sldMk cId="632966758" sldId="277"/>
            <ac:spMk id="3" creationId="{71386274-BCBC-4D60-B0CF-BA8C3F9AE695}"/>
          </ac:spMkLst>
        </pc:spChg>
      </pc:sldChg>
      <pc:sldChg chg="delSp modSp new mod">
        <pc:chgData name="CLAUDIO ALONSO VARGAS ORGANISTA" userId="aa7520bb-cbc9-4eb0-be16-92a41b48d6a8" providerId="ADAL" clId="{37F47C0F-C790-439C-A254-C1284D739AAE}" dt="2021-09-08T17:20:24.646" v="1498"/>
        <pc:sldMkLst>
          <pc:docMk/>
          <pc:sldMk cId="2748717462" sldId="278"/>
        </pc:sldMkLst>
        <pc:spChg chg="del">
          <ac:chgData name="CLAUDIO ALONSO VARGAS ORGANISTA" userId="aa7520bb-cbc9-4eb0-be16-92a41b48d6a8" providerId="ADAL" clId="{37F47C0F-C790-439C-A254-C1284D739AAE}" dt="2021-09-08T17:20:11.745" v="1495" actId="478"/>
          <ac:spMkLst>
            <pc:docMk/>
            <pc:sldMk cId="2748717462" sldId="278"/>
            <ac:spMk id="2" creationId="{6162B3F4-A1BD-479A-A2D6-D1CF55CC6957}"/>
          </ac:spMkLst>
        </pc:spChg>
        <pc:spChg chg="mod">
          <ac:chgData name="CLAUDIO ALONSO VARGAS ORGANISTA" userId="aa7520bb-cbc9-4eb0-be16-92a41b48d6a8" providerId="ADAL" clId="{37F47C0F-C790-439C-A254-C1284D739AAE}" dt="2021-09-08T17:20:24.646" v="1498"/>
          <ac:spMkLst>
            <pc:docMk/>
            <pc:sldMk cId="2748717462" sldId="278"/>
            <ac:spMk id="3" creationId="{C6D98DCF-BEB9-44D7-83FE-331DF2A3FDAC}"/>
          </ac:spMkLst>
        </pc:spChg>
      </pc:sldChg>
      <pc:sldChg chg="addSp delSp modSp new mod">
        <pc:chgData name="CLAUDIO ALONSO VARGAS ORGANISTA" userId="aa7520bb-cbc9-4eb0-be16-92a41b48d6a8" providerId="ADAL" clId="{37F47C0F-C790-439C-A254-C1284D739AAE}" dt="2021-09-08T17:20:51.546" v="1505" actId="27636"/>
        <pc:sldMkLst>
          <pc:docMk/>
          <pc:sldMk cId="1467863941" sldId="279"/>
        </pc:sldMkLst>
        <pc:spChg chg="mod">
          <ac:chgData name="CLAUDIO ALONSO VARGAS ORGANISTA" userId="aa7520bb-cbc9-4eb0-be16-92a41b48d6a8" providerId="ADAL" clId="{37F47C0F-C790-439C-A254-C1284D739AAE}" dt="2021-09-08T17:20:44.876" v="1503" actId="27636"/>
          <ac:spMkLst>
            <pc:docMk/>
            <pc:sldMk cId="1467863941" sldId="279"/>
            <ac:spMk id="2" creationId="{9A2E7DBC-F42B-460B-B6D7-EFF51B8C747C}"/>
          </ac:spMkLst>
        </pc:spChg>
        <pc:spChg chg="del">
          <ac:chgData name="CLAUDIO ALONSO VARGAS ORGANISTA" userId="aa7520bb-cbc9-4eb0-be16-92a41b48d6a8" providerId="ADAL" clId="{37F47C0F-C790-439C-A254-C1284D739AAE}" dt="2021-09-08T17:20:51.453" v="1504"/>
          <ac:spMkLst>
            <pc:docMk/>
            <pc:sldMk cId="1467863941" sldId="279"/>
            <ac:spMk id="3" creationId="{CD39D1BB-10B1-469A-A23D-4F0EBDE6D615}"/>
          </ac:spMkLst>
        </pc:spChg>
        <pc:picChg chg="add mod">
          <ac:chgData name="CLAUDIO ALONSO VARGAS ORGANISTA" userId="aa7520bb-cbc9-4eb0-be16-92a41b48d6a8" providerId="ADAL" clId="{37F47C0F-C790-439C-A254-C1284D739AAE}" dt="2021-09-08T17:20:51.546" v="1505" actId="27636"/>
          <ac:picMkLst>
            <pc:docMk/>
            <pc:sldMk cId="1467863941" sldId="279"/>
            <ac:picMk id="1026" creationId="{BABD20F4-5D82-4BBD-B6FC-549D867FC0FA}"/>
          </ac:picMkLst>
        </pc:picChg>
      </pc:sldChg>
      <pc:sldChg chg="delSp modSp new mod">
        <pc:chgData name="CLAUDIO ALONSO VARGAS ORGANISTA" userId="aa7520bb-cbc9-4eb0-be16-92a41b48d6a8" providerId="ADAL" clId="{37F47C0F-C790-439C-A254-C1284D739AAE}" dt="2021-09-08T17:21:17.154" v="1512" actId="27636"/>
        <pc:sldMkLst>
          <pc:docMk/>
          <pc:sldMk cId="2712985106" sldId="280"/>
        </pc:sldMkLst>
        <pc:spChg chg="del">
          <ac:chgData name="CLAUDIO ALONSO VARGAS ORGANISTA" userId="aa7520bb-cbc9-4eb0-be16-92a41b48d6a8" providerId="ADAL" clId="{37F47C0F-C790-439C-A254-C1284D739AAE}" dt="2021-09-08T17:21:10.124" v="1506" actId="478"/>
          <ac:spMkLst>
            <pc:docMk/>
            <pc:sldMk cId="2712985106" sldId="280"/>
            <ac:spMk id="2" creationId="{66DA2CBA-B708-409B-B294-2036F88699DF}"/>
          </ac:spMkLst>
        </pc:spChg>
        <pc:spChg chg="mod">
          <ac:chgData name="CLAUDIO ALONSO VARGAS ORGANISTA" userId="aa7520bb-cbc9-4eb0-be16-92a41b48d6a8" providerId="ADAL" clId="{37F47C0F-C790-439C-A254-C1284D739AAE}" dt="2021-09-08T17:21:17.154" v="1512" actId="27636"/>
          <ac:spMkLst>
            <pc:docMk/>
            <pc:sldMk cId="2712985106" sldId="280"/>
            <ac:spMk id="3" creationId="{52BC584F-D42E-4B03-A64B-C2BC647F1613}"/>
          </ac:spMkLst>
        </pc:spChg>
      </pc:sldChg>
      <pc:sldChg chg="addSp modSp new mod setBg">
        <pc:chgData name="CLAUDIO ALONSO VARGAS ORGANISTA" userId="aa7520bb-cbc9-4eb0-be16-92a41b48d6a8" providerId="ADAL" clId="{37F47C0F-C790-439C-A254-C1284D739AAE}" dt="2021-09-08T17:22:47.137" v="1530" actId="14100"/>
        <pc:sldMkLst>
          <pc:docMk/>
          <pc:sldMk cId="2684796008" sldId="281"/>
        </pc:sldMkLst>
        <pc:spChg chg="mod">
          <ac:chgData name="CLAUDIO ALONSO VARGAS ORGANISTA" userId="aa7520bb-cbc9-4eb0-be16-92a41b48d6a8" providerId="ADAL" clId="{37F47C0F-C790-439C-A254-C1284D739AAE}" dt="2021-09-08T17:22:44.313" v="1529" actId="255"/>
          <ac:spMkLst>
            <pc:docMk/>
            <pc:sldMk cId="2684796008" sldId="281"/>
            <ac:spMk id="2" creationId="{FAEA530A-515C-4213-AB92-A8778B810353}"/>
          </ac:spMkLst>
        </pc:spChg>
        <pc:spChg chg="mod">
          <ac:chgData name="CLAUDIO ALONSO VARGAS ORGANISTA" userId="aa7520bb-cbc9-4eb0-be16-92a41b48d6a8" providerId="ADAL" clId="{37F47C0F-C790-439C-A254-C1284D739AAE}" dt="2021-09-08T17:22:47.137" v="1530" actId="14100"/>
          <ac:spMkLst>
            <pc:docMk/>
            <pc:sldMk cId="2684796008" sldId="281"/>
            <ac:spMk id="3" creationId="{B7B53A22-FEAF-4BE1-82EF-26AD86F5CE3D}"/>
          </ac:spMkLst>
        </pc:spChg>
        <pc:spChg chg="add">
          <ac:chgData name="CLAUDIO ALONSO VARGAS ORGANISTA" userId="aa7520bb-cbc9-4eb0-be16-92a41b48d6a8" providerId="ADAL" clId="{37F47C0F-C790-439C-A254-C1284D739AAE}" dt="2021-09-08T17:22:31.604" v="1526" actId="26606"/>
          <ac:spMkLst>
            <pc:docMk/>
            <pc:sldMk cId="2684796008" sldId="281"/>
            <ac:spMk id="71" creationId="{1660E788-AFA9-4A1B-9991-6AA74632A15B}"/>
          </ac:spMkLst>
        </pc:spChg>
        <pc:spChg chg="add">
          <ac:chgData name="CLAUDIO ALONSO VARGAS ORGANISTA" userId="aa7520bb-cbc9-4eb0-be16-92a41b48d6a8" providerId="ADAL" clId="{37F47C0F-C790-439C-A254-C1284D739AAE}" dt="2021-09-08T17:22:31.604" v="1526" actId="26606"/>
          <ac:spMkLst>
            <pc:docMk/>
            <pc:sldMk cId="2684796008" sldId="281"/>
            <ac:spMk id="73" creationId="{867D4867-5BA7-4462-B2F6-A23F4A622AA7}"/>
          </ac:spMkLst>
        </pc:spChg>
        <pc:picChg chg="add mod ord">
          <ac:chgData name="CLAUDIO ALONSO VARGAS ORGANISTA" userId="aa7520bb-cbc9-4eb0-be16-92a41b48d6a8" providerId="ADAL" clId="{37F47C0F-C790-439C-A254-C1284D739AAE}" dt="2021-09-08T17:22:31.604" v="1526" actId="26606"/>
          <ac:picMkLst>
            <pc:docMk/>
            <pc:sldMk cId="2684796008" sldId="281"/>
            <ac:picMk id="2050" creationId="{E474DC2B-9307-4FB4-A2E1-EC0808DC15FD}"/>
          </ac:picMkLst>
        </pc:picChg>
      </pc:sldChg>
      <pc:sldChg chg="addSp delSp modSp new mod">
        <pc:chgData name="CLAUDIO ALONSO VARGAS ORGANISTA" userId="aa7520bb-cbc9-4eb0-be16-92a41b48d6a8" providerId="ADAL" clId="{37F47C0F-C790-439C-A254-C1284D739AAE}" dt="2021-09-08T17:33:36.694" v="1601" actId="20577"/>
        <pc:sldMkLst>
          <pc:docMk/>
          <pc:sldMk cId="2404188664" sldId="282"/>
        </pc:sldMkLst>
        <pc:spChg chg="del mod">
          <ac:chgData name="CLAUDIO ALONSO VARGAS ORGANISTA" userId="aa7520bb-cbc9-4eb0-be16-92a41b48d6a8" providerId="ADAL" clId="{37F47C0F-C790-439C-A254-C1284D739AAE}" dt="2021-09-08T17:32:02.563" v="1544" actId="478"/>
          <ac:spMkLst>
            <pc:docMk/>
            <pc:sldMk cId="2404188664" sldId="282"/>
            <ac:spMk id="2" creationId="{654F2868-1D53-4C79-B122-84FFD36B4E76}"/>
          </ac:spMkLst>
        </pc:spChg>
        <pc:spChg chg="mod">
          <ac:chgData name="CLAUDIO ALONSO VARGAS ORGANISTA" userId="aa7520bb-cbc9-4eb0-be16-92a41b48d6a8" providerId="ADAL" clId="{37F47C0F-C790-439C-A254-C1284D739AAE}" dt="2021-09-08T17:33:36.694" v="1601" actId="20577"/>
          <ac:spMkLst>
            <pc:docMk/>
            <pc:sldMk cId="2404188664" sldId="282"/>
            <ac:spMk id="3" creationId="{56D673B0-30FF-484B-9B4D-662E9AE72D4A}"/>
          </ac:spMkLst>
        </pc:spChg>
        <pc:spChg chg="add del mod">
          <ac:chgData name="CLAUDIO ALONSO VARGAS ORGANISTA" userId="aa7520bb-cbc9-4eb0-be16-92a41b48d6a8" providerId="ADAL" clId="{37F47C0F-C790-439C-A254-C1284D739AAE}" dt="2021-09-08T17:31:44.954" v="1541" actId="478"/>
          <ac:spMkLst>
            <pc:docMk/>
            <pc:sldMk cId="2404188664" sldId="282"/>
            <ac:spMk id="4" creationId="{258DF36E-0BD9-4E21-AD6B-C3EBE2254D61}"/>
          </ac:spMkLst>
        </pc:spChg>
        <pc:spChg chg="add del mod">
          <ac:chgData name="CLAUDIO ALONSO VARGAS ORGANISTA" userId="aa7520bb-cbc9-4eb0-be16-92a41b48d6a8" providerId="ADAL" clId="{37F47C0F-C790-439C-A254-C1284D739AAE}" dt="2021-09-08T17:32:05.500" v="1545" actId="478"/>
          <ac:spMkLst>
            <pc:docMk/>
            <pc:sldMk cId="2404188664" sldId="282"/>
            <ac:spMk id="6" creationId="{01ABBF91-B43E-4D7E-ABE2-A62986C87A6E}"/>
          </ac:spMkLst>
        </pc:spChg>
      </pc:sldChg>
      <pc:sldChg chg="new">
        <pc:chgData name="CLAUDIO ALONSO VARGAS ORGANISTA" userId="aa7520bb-cbc9-4eb0-be16-92a41b48d6a8" providerId="ADAL" clId="{37F47C0F-C790-439C-A254-C1284D739AAE}" dt="2021-09-08T17:19:31.983" v="1486" actId="680"/>
        <pc:sldMkLst>
          <pc:docMk/>
          <pc:sldMk cId="2944810000" sldId="283"/>
        </pc:sldMkLst>
      </pc:sldChg>
      <pc:sldChg chg="new">
        <pc:chgData name="CLAUDIO ALONSO VARGAS ORGANISTA" userId="aa7520bb-cbc9-4eb0-be16-92a41b48d6a8" providerId="ADAL" clId="{37F47C0F-C790-439C-A254-C1284D739AAE}" dt="2021-09-08T17:19:33.255" v="1487" actId="680"/>
        <pc:sldMkLst>
          <pc:docMk/>
          <pc:sldMk cId="2162359606" sldId="284"/>
        </pc:sldMkLst>
      </pc:sldChg>
      <pc:sldChg chg="new">
        <pc:chgData name="CLAUDIO ALONSO VARGAS ORGANISTA" userId="aa7520bb-cbc9-4eb0-be16-92a41b48d6a8" providerId="ADAL" clId="{37F47C0F-C790-439C-A254-C1284D739AAE}" dt="2021-09-08T17:19:34.322" v="1488" actId="680"/>
        <pc:sldMkLst>
          <pc:docMk/>
          <pc:sldMk cId="999825000" sldId="285"/>
        </pc:sldMkLst>
      </pc:sldChg>
      <pc:sldChg chg="new">
        <pc:chgData name="CLAUDIO ALONSO VARGAS ORGANISTA" userId="aa7520bb-cbc9-4eb0-be16-92a41b48d6a8" providerId="ADAL" clId="{37F47C0F-C790-439C-A254-C1284D739AAE}" dt="2021-09-08T17:19:35.013" v="1489" actId="680"/>
        <pc:sldMkLst>
          <pc:docMk/>
          <pc:sldMk cId="1559897337" sldId="286"/>
        </pc:sldMkLst>
      </pc:sldChg>
      <pc:sldChg chg="new">
        <pc:chgData name="CLAUDIO ALONSO VARGAS ORGANISTA" userId="aa7520bb-cbc9-4eb0-be16-92a41b48d6a8" providerId="ADAL" clId="{37F47C0F-C790-439C-A254-C1284D739AAE}" dt="2021-09-08T17:19:37.134" v="1490" actId="680"/>
        <pc:sldMkLst>
          <pc:docMk/>
          <pc:sldMk cId="1305221900" sldId="287"/>
        </pc:sldMkLst>
      </pc:sldChg>
      <pc:sldChg chg="new">
        <pc:chgData name="CLAUDIO ALONSO VARGAS ORGANISTA" userId="aa7520bb-cbc9-4eb0-be16-92a41b48d6a8" providerId="ADAL" clId="{37F47C0F-C790-439C-A254-C1284D739AAE}" dt="2021-09-08T17:19:38.397" v="1491" actId="680"/>
        <pc:sldMkLst>
          <pc:docMk/>
          <pc:sldMk cId="4207624361" sldId="288"/>
        </pc:sldMkLst>
      </pc:sldChg>
    </pc:docChg>
  </pc:docChgLst>
  <pc:docChgLst>
    <pc:chgData name="CLAUDIO ALONSO VARGAS ORGANISTA" userId="aa7520bb-cbc9-4eb0-be16-92a41b48d6a8" providerId="ADAL" clId="{1502AC9B-4A05-4CE8-B313-8D93C5D5227C}"/>
    <pc:docChg chg="delSld">
      <pc:chgData name="CLAUDIO ALONSO VARGAS ORGANISTA" userId="aa7520bb-cbc9-4eb0-be16-92a41b48d6a8" providerId="ADAL" clId="{1502AC9B-4A05-4CE8-B313-8D93C5D5227C}" dt="2021-10-08T21:20:36.017" v="5" actId="2696"/>
      <pc:docMkLst>
        <pc:docMk/>
      </pc:docMkLst>
      <pc:sldChg chg="del">
        <pc:chgData name="CLAUDIO ALONSO VARGAS ORGANISTA" userId="aa7520bb-cbc9-4eb0-be16-92a41b48d6a8" providerId="ADAL" clId="{1502AC9B-4A05-4CE8-B313-8D93C5D5227C}" dt="2021-10-08T21:14:08.634" v="0" actId="2696"/>
        <pc:sldMkLst>
          <pc:docMk/>
          <pc:sldMk cId="2944810000" sldId="283"/>
        </pc:sldMkLst>
      </pc:sldChg>
      <pc:sldChg chg="del">
        <pc:chgData name="CLAUDIO ALONSO VARGAS ORGANISTA" userId="aa7520bb-cbc9-4eb0-be16-92a41b48d6a8" providerId="ADAL" clId="{1502AC9B-4A05-4CE8-B313-8D93C5D5227C}" dt="2021-10-08T21:14:11.077" v="1" actId="2696"/>
        <pc:sldMkLst>
          <pc:docMk/>
          <pc:sldMk cId="2162359606" sldId="284"/>
        </pc:sldMkLst>
      </pc:sldChg>
      <pc:sldChg chg="del">
        <pc:chgData name="CLAUDIO ALONSO VARGAS ORGANISTA" userId="aa7520bb-cbc9-4eb0-be16-92a41b48d6a8" providerId="ADAL" clId="{1502AC9B-4A05-4CE8-B313-8D93C5D5227C}" dt="2021-10-08T21:16:52.383" v="2" actId="2696"/>
        <pc:sldMkLst>
          <pc:docMk/>
          <pc:sldMk cId="999825000" sldId="285"/>
        </pc:sldMkLst>
      </pc:sldChg>
      <pc:sldChg chg="del">
        <pc:chgData name="CLAUDIO ALONSO VARGAS ORGANISTA" userId="aa7520bb-cbc9-4eb0-be16-92a41b48d6a8" providerId="ADAL" clId="{1502AC9B-4A05-4CE8-B313-8D93C5D5227C}" dt="2021-10-08T21:16:58.875" v="3" actId="2696"/>
        <pc:sldMkLst>
          <pc:docMk/>
          <pc:sldMk cId="1559897337" sldId="286"/>
        </pc:sldMkLst>
      </pc:sldChg>
      <pc:sldChg chg="del">
        <pc:chgData name="CLAUDIO ALONSO VARGAS ORGANISTA" userId="aa7520bb-cbc9-4eb0-be16-92a41b48d6a8" providerId="ADAL" clId="{1502AC9B-4A05-4CE8-B313-8D93C5D5227C}" dt="2021-10-08T21:20:33.505" v="4" actId="2696"/>
        <pc:sldMkLst>
          <pc:docMk/>
          <pc:sldMk cId="1305221900" sldId="287"/>
        </pc:sldMkLst>
      </pc:sldChg>
      <pc:sldChg chg="del">
        <pc:chgData name="CLAUDIO ALONSO VARGAS ORGANISTA" userId="aa7520bb-cbc9-4eb0-be16-92a41b48d6a8" providerId="ADAL" clId="{1502AC9B-4A05-4CE8-B313-8D93C5D5227C}" dt="2021-10-08T21:20:36.017" v="5" actId="2696"/>
        <pc:sldMkLst>
          <pc:docMk/>
          <pc:sldMk cId="4207624361" sldId="28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10/8/2021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10/8/2021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1160EA64-D806-43AC-9DF2-F8C432F32B4C}" type="datetimeFigureOut">
              <a:rPr lang="en-US" dirty="0"/>
              <a:t>10/8/2021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10/8/2021</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583436" y="3143250"/>
            <a:ext cx="4270248" cy="25967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4F7D4976-E339-4826-83B7-FBD03F55ECF8}" type="datetimeFigureOut">
              <a:rPr lang="en-US" dirty="0"/>
              <a:t>10/8/2021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‹Nº›</a:t>
            </a:fld>
            <a:endParaRPr lang="en-US" dirty="0"/>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10/8/2021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10/8/2021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9" name="Date Placeholder 8"/>
          <p:cNvSpPr>
            <a:spLocks noGrp="1"/>
          </p:cNvSpPr>
          <p:nvPr>
            <p:ph type="dt" sz="half" idx="10"/>
          </p:nvPr>
        </p:nvSpPr>
        <p:spPr/>
        <p:txBody>
          <a:bodyPr/>
          <a:lstStyle/>
          <a:p>
            <a:fld id="{D1BE4249-C0D0-4B06-8692-E8BB871AF643}" type="datetimeFigureOut">
              <a:rPr lang="en-US" dirty="0"/>
              <a:t>10/8/2021</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10/8/2021</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10/8/2021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10/8/2021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10/8/2021</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jfrog.com/knowledge-base/a-beginners-guide-to-understanding-and-building-docker-images/" TargetMode="External"/><Relationship Id="rId2" Type="http://schemas.openxmlformats.org/officeDocument/2006/relationships/hyperlink" Target="https://code.tutsplus.com/es/tutorials/docker-from-the-ground-up-understanding-images--cms-28165"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hyperlink" Target="https://hub.docker.com/_/ubuntu"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hyperlink" Target="https://docs.docker.com/engine/reference/commandline/stop" TargetMode="External"/><Relationship Id="rId13" Type="http://schemas.openxmlformats.org/officeDocument/2006/relationships/hyperlink" Target="https://docs.docker.com/engine/reference/commandline/kill" TargetMode="External"/><Relationship Id="rId3" Type="http://schemas.openxmlformats.org/officeDocument/2006/relationships/hyperlink" Target="https://docs.docker.com/engine/reference/commandline/rename/" TargetMode="External"/><Relationship Id="rId7" Type="http://schemas.openxmlformats.org/officeDocument/2006/relationships/hyperlink" Target="https://docs.docker.com/engine/reference/commandline/start" TargetMode="External"/><Relationship Id="rId12" Type="http://schemas.openxmlformats.org/officeDocument/2006/relationships/hyperlink" Target="https://docs.docker.com/engine/reference/commandline/wait" TargetMode="External"/><Relationship Id="rId2" Type="http://schemas.openxmlformats.org/officeDocument/2006/relationships/hyperlink" Target="https://docs.docker.com/engine/reference/commandline/create" TargetMode="External"/><Relationship Id="rId1" Type="http://schemas.openxmlformats.org/officeDocument/2006/relationships/slideLayout" Target="../slideLayouts/slideLayout2.xml"/><Relationship Id="rId6" Type="http://schemas.openxmlformats.org/officeDocument/2006/relationships/hyperlink" Target="https://docs.docker.com/engine/reference/commandline/update/" TargetMode="External"/><Relationship Id="rId11" Type="http://schemas.openxmlformats.org/officeDocument/2006/relationships/hyperlink" Target="https://docs.docker.com/engine/reference/commandline/unpause/" TargetMode="External"/><Relationship Id="rId5" Type="http://schemas.openxmlformats.org/officeDocument/2006/relationships/hyperlink" Target="https://docs.docker.com/engine/reference/commandline/rm" TargetMode="External"/><Relationship Id="rId10" Type="http://schemas.openxmlformats.org/officeDocument/2006/relationships/hyperlink" Target="https://docs.docker.com/engine/reference/commandline/pause/" TargetMode="External"/><Relationship Id="rId4" Type="http://schemas.openxmlformats.org/officeDocument/2006/relationships/hyperlink" Target="https://docs.docker.com/engine/reference/commandline/run" TargetMode="External"/><Relationship Id="rId9" Type="http://schemas.openxmlformats.org/officeDocument/2006/relationships/hyperlink" Target="https://docs.docker.com/engine/reference/commandline/restart" TargetMode="External"/><Relationship Id="rId14" Type="http://schemas.openxmlformats.org/officeDocument/2006/relationships/hyperlink" Target="https://docs.docker.com/engine/reference/commandline/attach"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docs.docker.com/engine/reference/commandline/stats" TargetMode="External"/><Relationship Id="rId3" Type="http://schemas.openxmlformats.org/officeDocument/2006/relationships/hyperlink" Target="https://docs.docker.com/engine/reference/commandline/logs" TargetMode="External"/><Relationship Id="rId7" Type="http://schemas.openxmlformats.org/officeDocument/2006/relationships/hyperlink" Target="https://docs.docker.com/engine/reference/commandline/top" TargetMode="External"/><Relationship Id="rId2" Type="http://schemas.openxmlformats.org/officeDocument/2006/relationships/hyperlink" Target="https://docs.docker.com/engine/reference/commandline/ps" TargetMode="External"/><Relationship Id="rId1" Type="http://schemas.openxmlformats.org/officeDocument/2006/relationships/slideLayout" Target="../slideLayouts/slideLayout2.xml"/><Relationship Id="rId6" Type="http://schemas.openxmlformats.org/officeDocument/2006/relationships/hyperlink" Target="https://docs.docker.com/engine/reference/commandline/port" TargetMode="External"/><Relationship Id="rId5" Type="http://schemas.openxmlformats.org/officeDocument/2006/relationships/hyperlink" Target="https://docs.docker.com/engine/reference/commandline/events" TargetMode="External"/><Relationship Id="rId4" Type="http://schemas.openxmlformats.org/officeDocument/2006/relationships/hyperlink" Target="https://docs.docker.com/engine/reference/commandline/inspect" TargetMode="External"/><Relationship Id="rId9" Type="http://schemas.openxmlformats.org/officeDocument/2006/relationships/hyperlink" Target="https://docs.docker.com/engine/reference/commandline/diff"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docs.docker.com/engine/reference/commandline/images" TargetMode="External"/><Relationship Id="rId13" Type="http://schemas.openxmlformats.org/officeDocument/2006/relationships/hyperlink" Target="https://docs.docker.com/engine/reference/commandline/load" TargetMode="External"/><Relationship Id="rId3" Type="http://schemas.openxmlformats.org/officeDocument/2006/relationships/hyperlink" Target="https://docs.docker.com/engine/reference/commandline/network_rm/" TargetMode="External"/><Relationship Id="rId7" Type="http://schemas.openxmlformats.org/officeDocument/2006/relationships/hyperlink" Target="https://docs.docker.com/engine/reference/commandline/network_disconnect/" TargetMode="External"/><Relationship Id="rId12" Type="http://schemas.openxmlformats.org/officeDocument/2006/relationships/hyperlink" Target="https://docs.docker.com/engine/reference/commandline/rmi" TargetMode="External"/><Relationship Id="rId2" Type="http://schemas.openxmlformats.org/officeDocument/2006/relationships/hyperlink" Target="https://docs.docker.com/engine/reference/commandline/network_create/" TargetMode="External"/><Relationship Id="rId16" Type="http://schemas.openxmlformats.org/officeDocument/2006/relationships/hyperlink" Target="https://docs.docker.com/engine/reference/commandline/tag" TargetMode="External"/><Relationship Id="rId1" Type="http://schemas.openxmlformats.org/officeDocument/2006/relationships/slideLayout" Target="../slideLayouts/slideLayout2.xml"/><Relationship Id="rId6" Type="http://schemas.openxmlformats.org/officeDocument/2006/relationships/hyperlink" Target="https://docs.docker.com/engine/reference/commandline/network_connect/" TargetMode="External"/><Relationship Id="rId11" Type="http://schemas.openxmlformats.org/officeDocument/2006/relationships/hyperlink" Target="https://docs.docker.com/engine/reference/commandline/commit" TargetMode="External"/><Relationship Id="rId5" Type="http://schemas.openxmlformats.org/officeDocument/2006/relationships/hyperlink" Target="https://docs.docker.com/engine/reference/commandline/network_inspect/" TargetMode="External"/><Relationship Id="rId15" Type="http://schemas.openxmlformats.org/officeDocument/2006/relationships/hyperlink" Target="https://docs.docker.com/engine/reference/commandline/history" TargetMode="External"/><Relationship Id="rId10" Type="http://schemas.openxmlformats.org/officeDocument/2006/relationships/hyperlink" Target="https://docs.docker.com/engine/reference/commandline/build" TargetMode="External"/><Relationship Id="rId4" Type="http://schemas.openxmlformats.org/officeDocument/2006/relationships/hyperlink" Target="https://docs.docker.com/engine/reference/commandline/network_ls/" TargetMode="External"/><Relationship Id="rId9" Type="http://schemas.openxmlformats.org/officeDocument/2006/relationships/hyperlink" Target="https://docs.docker.com/engine/reference/commandline/import" TargetMode="External"/><Relationship Id="rId14" Type="http://schemas.openxmlformats.org/officeDocument/2006/relationships/hyperlink" Target="https://docs.docker.com/engine/reference/commandline/save"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hub.docker.co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cs.docker.com/ee/dtr/" TargetMode="External"/><Relationship Id="rId2" Type="http://schemas.openxmlformats.org/officeDocument/2006/relationships/hyperlink" Target="https://hub.docker.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95F49B-EDA7-4312-8CDD-F6FB64CDCB86}"/>
              </a:ext>
            </a:extLst>
          </p:cNvPr>
          <p:cNvSpPr>
            <a:spLocks noGrp="1"/>
          </p:cNvSpPr>
          <p:nvPr>
            <p:ph type="ctrTitle"/>
          </p:nvPr>
        </p:nvSpPr>
        <p:spPr/>
        <p:txBody>
          <a:bodyPr/>
          <a:lstStyle/>
          <a:p>
            <a:r>
              <a:rPr lang="es-ES" dirty="0"/>
              <a:t>Docker</a:t>
            </a:r>
            <a:endParaRPr lang="es-MX" dirty="0"/>
          </a:p>
        </p:txBody>
      </p:sp>
      <p:sp>
        <p:nvSpPr>
          <p:cNvPr id="3" name="Subtítulo 2">
            <a:extLst>
              <a:ext uri="{FF2B5EF4-FFF2-40B4-BE49-F238E27FC236}">
                <a16:creationId xmlns:a16="http://schemas.microsoft.com/office/drawing/2014/main" id="{C8035766-8AC0-4ADF-A2E0-EE3080FF04F5}"/>
              </a:ext>
            </a:extLst>
          </p:cNvPr>
          <p:cNvSpPr>
            <a:spLocks noGrp="1"/>
          </p:cNvSpPr>
          <p:nvPr>
            <p:ph type="subTitle" idx="1"/>
          </p:nvPr>
        </p:nvSpPr>
        <p:spPr/>
        <p:txBody>
          <a:bodyPr/>
          <a:lstStyle/>
          <a:p>
            <a:endParaRPr lang="es-MX"/>
          </a:p>
        </p:txBody>
      </p:sp>
    </p:spTree>
    <p:extLst>
      <p:ext uri="{BB962C8B-B14F-4D97-AF65-F5344CB8AC3E}">
        <p14:creationId xmlns:p14="http://schemas.microsoft.com/office/powerpoint/2010/main" val="2948193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9C6B4F-B1E4-4D57-80E4-8B8C0831433C}"/>
              </a:ext>
            </a:extLst>
          </p:cNvPr>
          <p:cNvSpPr>
            <a:spLocks noGrp="1"/>
          </p:cNvSpPr>
          <p:nvPr>
            <p:ph type="title"/>
          </p:nvPr>
        </p:nvSpPr>
        <p:spPr>
          <a:xfrm>
            <a:off x="804672" y="964692"/>
            <a:ext cx="3066937" cy="1188720"/>
          </a:xfrm>
        </p:spPr>
        <p:txBody>
          <a:bodyPr vert="horz" lIns="182880" tIns="182880" rIns="182880" bIns="182880" rtlCol="0" anchor="ctr">
            <a:normAutofit/>
          </a:bodyPr>
          <a:lstStyle/>
          <a:p>
            <a:r>
              <a:rPr lang="en-US" b="1" i="0">
                <a:effectLst/>
              </a:rPr>
              <a:t>¿QUÉ ES DOCKER?</a:t>
            </a:r>
            <a:endParaRPr lang="en-US"/>
          </a:p>
        </p:txBody>
      </p:sp>
      <p:sp>
        <p:nvSpPr>
          <p:cNvPr id="4" name="Marcador de contenido 2">
            <a:extLst>
              <a:ext uri="{FF2B5EF4-FFF2-40B4-BE49-F238E27FC236}">
                <a16:creationId xmlns:a16="http://schemas.microsoft.com/office/drawing/2014/main" id="{D04A2518-B8BC-481A-A493-8214DD12DAE0}"/>
              </a:ext>
            </a:extLst>
          </p:cNvPr>
          <p:cNvSpPr txBox="1">
            <a:spLocks/>
          </p:cNvSpPr>
          <p:nvPr/>
        </p:nvSpPr>
        <p:spPr>
          <a:xfrm>
            <a:off x="803244" y="2638044"/>
            <a:ext cx="3063765" cy="326320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lnSpc>
                <a:spcPct val="90000"/>
              </a:lnSpc>
            </a:pPr>
            <a:r>
              <a:rPr lang="en-US" sz="1000" b="1" i="0" dirty="0">
                <a:effectLst/>
              </a:rPr>
              <a:t>Docker es una </a:t>
            </a:r>
            <a:r>
              <a:rPr lang="en-US" sz="1000" b="1" i="0" dirty="0" err="1">
                <a:effectLst/>
              </a:rPr>
              <a:t>plataforma</a:t>
            </a:r>
            <a:r>
              <a:rPr lang="en-US" sz="1000" b="1" i="0" dirty="0">
                <a:effectLst/>
              </a:rPr>
              <a:t> de </a:t>
            </a:r>
            <a:r>
              <a:rPr lang="en-US" sz="1000" b="1" i="0" dirty="0" err="1">
                <a:effectLst/>
              </a:rPr>
              <a:t>contenerizacion</a:t>
            </a:r>
            <a:r>
              <a:rPr lang="en-US" sz="1000" b="1" i="0" dirty="0">
                <a:effectLst/>
              </a:rPr>
              <a:t> de </a:t>
            </a:r>
            <a:r>
              <a:rPr lang="en-US" sz="1000" b="1" i="0" dirty="0" err="1">
                <a:effectLst/>
              </a:rPr>
              <a:t>código</a:t>
            </a:r>
            <a:r>
              <a:rPr lang="en-US" sz="1000" b="1" i="0" dirty="0">
                <a:effectLst/>
              </a:rPr>
              <a:t> o </a:t>
            </a:r>
            <a:r>
              <a:rPr lang="en-US" sz="1000" b="1" i="0" dirty="0" err="1">
                <a:effectLst/>
              </a:rPr>
              <a:t>mejor</a:t>
            </a:r>
            <a:r>
              <a:rPr lang="en-US" sz="1000" b="1" i="0" dirty="0">
                <a:effectLst/>
              </a:rPr>
              <a:t> </a:t>
            </a:r>
            <a:r>
              <a:rPr lang="en-US" sz="1000" b="1" i="0" dirty="0" err="1">
                <a:effectLst/>
              </a:rPr>
              <a:t>dicho</a:t>
            </a:r>
            <a:r>
              <a:rPr lang="en-US" sz="1000" b="1" i="0" dirty="0">
                <a:effectLst/>
              </a:rPr>
              <a:t> de </a:t>
            </a:r>
            <a:r>
              <a:rPr lang="en-US" sz="1000" b="1" i="0" dirty="0" err="1">
                <a:effectLst/>
              </a:rPr>
              <a:t>virtualización</a:t>
            </a:r>
            <a:r>
              <a:rPr lang="en-US" sz="1000" b="1" i="0" dirty="0">
                <a:effectLst/>
              </a:rPr>
              <a:t> que a </a:t>
            </a:r>
            <a:r>
              <a:rPr lang="en-US" sz="1000" b="1" i="0" dirty="0" err="1">
                <a:effectLst/>
              </a:rPr>
              <a:t>diferencia</a:t>
            </a:r>
            <a:r>
              <a:rPr lang="en-US" sz="1000" b="1" i="0" dirty="0">
                <a:effectLst/>
              </a:rPr>
              <a:t> de las </a:t>
            </a:r>
            <a:r>
              <a:rPr lang="en-US" sz="1000" b="1" i="0" dirty="0" err="1">
                <a:effectLst/>
              </a:rPr>
              <a:t>máquinas</a:t>
            </a:r>
            <a:r>
              <a:rPr lang="en-US" sz="1000" b="1" i="0" dirty="0">
                <a:effectLst/>
              </a:rPr>
              <a:t> </a:t>
            </a:r>
            <a:r>
              <a:rPr lang="en-US" sz="1000" b="1" i="0" dirty="0" err="1">
                <a:effectLst/>
              </a:rPr>
              <a:t>virtuales</a:t>
            </a:r>
            <a:r>
              <a:rPr lang="en-US" sz="1000" b="1" i="0" dirty="0">
                <a:effectLst/>
              </a:rPr>
              <a:t> </a:t>
            </a:r>
            <a:r>
              <a:rPr lang="en-US" sz="1000" b="1" i="0" dirty="0" err="1">
                <a:effectLst/>
              </a:rPr>
              <a:t>suele</a:t>
            </a:r>
            <a:r>
              <a:rPr lang="en-US" sz="1000" b="1" i="0" dirty="0">
                <a:effectLst/>
              </a:rPr>
              <a:t> </a:t>
            </a:r>
            <a:r>
              <a:rPr lang="en-US" sz="1000" b="1" i="0" dirty="0" err="1">
                <a:effectLst/>
              </a:rPr>
              <a:t>utilizarse</a:t>
            </a:r>
            <a:r>
              <a:rPr lang="en-US" sz="1000" b="1" i="0" dirty="0">
                <a:effectLst/>
              </a:rPr>
              <a:t> para </a:t>
            </a:r>
            <a:r>
              <a:rPr lang="en-US" sz="1000" b="1" i="0" dirty="0" err="1">
                <a:effectLst/>
              </a:rPr>
              <a:t>levantar</a:t>
            </a:r>
            <a:r>
              <a:rPr lang="en-US" sz="1000" b="1" i="0" dirty="0">
                <a:effectLst/>
              </a:rPr>
              <a:t> </a:t>
            </a:r>
            <a:r>
              <a:rPr lang="en-US" sz="1000" b="1" i="0" dirty="0" err="1">
                <a:effectLst/>
              </a:rPr>
              <a:t>máquinas</a:t>
            </a:r>
            <a:r>
              <a:rPr lang="en-US" sz="1000" b="1" i="0" dirty="0">
                <a:effectLst/>
              </a:rPr>
              <a:t> </a:t>
            </a:r>
            <a:r>
              <a:rPr lang="en-US" sz="1000" b="1" i="0" dirty="0" err="1">
                <a:effectLst/>
              </a:rPr>
              <a:t>independientes</a:t>
            </a:r>
            <a:r>
              <a:rPr lang="en-US" sz="1000" b="1" i="0" dirty="0">
                <a:effectLst/>
              </a:rPr>
              <a:t> con </a:t>
            </a:r>
            <a:r>
              <a:rPr lang="en-US" sz="1000" b="1" i="0" dirty="0" err="1">
                <a:effectLst/>
              </a:rPr>
              <a:t>sistemas</a:t>
            </a:r>
            <a:r>
              <a:rPr lang="en-US" sz="1000" b="1" i="0" dirty="0">
                <a:effectLst/>
              </a:rPr>
              <a:t> </a:t>
            </a:r>
            <a:r>
              <a:rPr lang="en-US" sz="1000" b="1" i="0" dirty="0" err="1">
                <a:effectLst/>
              </a:rPr>
              <a:t>operativos</a:t>
            </a:r>
            <a:r>
              <a:rPr lang="en-US" sz="1000" b="1" i="0" dirty="0">
                <a:effectLst/>
              </a:rPr>
              <a:t> </a:t>
            </a:r>
            <a:r>
              <a:rPr lang="en-US" sz="1000" b="1" i="0" dirty="0" err="1">
                <a:effectLst/>
              </a:rPr>
              <a:t>ligeros</a:t>
            </a:r>
            <a:r>
              <a:rPr lang="en-US" sz="1000" b="1" i="0" dirty="0">
                <a:effectLst/>
              </a:rPr>
              <a:t> y </a:t>
            </a:r>
            <a:r>
              <a:rPr lang="en-US" sz="1000" b="1" i="0" dirty="0" err="1">
                <a:effectLst/>
              </a:rPr>
              <a:t>en</a:t>
            </a:r>
            <a:r>
              <a:rPr lang="en-US" sz="1000" b="1" i="0" dirty="0">
                <a:effectLst/>
              </a:rPr>
              <a:t> poco </a:t>
            </a:r>
            <a:r>
              <a:rPr lang="en-US" sz="1000" b="1" i="0" dirty="0" err="1">
                <a:effectLst/>
              </a:rPr>
              <a:t>tiempo</a:t>
            </a:r>
            <a:r>
              <a:rPr lang="en-US" sz="1000" b="1" i="0" dirty="0">
                <a:effectLst/>
              </a:rPr>
              <a:t>.</a:t>
            </a:r>
          </a:p>
          <a:p>
            <a:pPr>
              <a:lnSpc>
                <a:spcPct val="90000"/>
              </a:lnSpc>
            </a:pPr>
            <a:r>
              <a:rPr lang="en-US" sz="1000" b="1" dirty="0"/>
              <a:t>A </a:t>
            </a:r>
            <a:r>
              <a:rPr lang="en-US" sz="1000" b="1" dirty="0" err="1"/>
              <a:t>diferencia</a:t>
            </a:r>
            <a:r>
              <a:rPr lang="en-US" sz="1000" b="1" dirty="0"/>
              <a:t> de las </a:t>
            </a:r>
            <a:r>
              <a:rPr lang="en-US" sz="1000" b="1" dirty="0" err="1"/>
              <a:t>maquinas</a:t>
            </a:r>
            <a:r>
              <a:rPr lang="en-US" sz="1000" b="1" dirty="0"/>
              <a:t> </a:t>
            </a:r>
            <a:r>
              <a:rPr lang="en-US" sz="1000" b="1" dirty="0" err="1"/>
              <a:t>virtuales</a:t>
            </a:r>
            <a:r>
              <a:rPr lang="en-US" sz="1000" b="1" dirty="0"/>
              <a:t> no se </a:t>
            </a:r>
            <a:r>
              <a:rPr lang="en-US" sz="1000" b="1" dirty="0" err="1"/>
              <a:t>instalan</a:t>
            </a:r>
            <a:r>
              <a:rPr lang="en-US" sz="1000" b="1" dirty="0"/>
              <a:t> </a:t>
            </a:r>
            <a:r>
              <a:rPr lang="en-US" sz="1000" b="1" dirty="0" err="1"/>
              <a:t>en</a:t>
            </a:r>
            <a:r>
              <a:rPr lang="en-US" sz="1000" b="1" dirty="0"/>
              <a:t> el </a:t>
            </a:r>
            <a:r>
              <a:rPr lang="en-US" sz="1000" b="1" dirty="0" err="1"/>
              <a:t>sistema</a:t>
            </a:r>
            <a:r>
              <a:rPr lang="en-US" sz="1000" b="1" dirty="0"/>
              <a:t> </a:t>
            </a:r>
            <a:r>
              <a:rPr lang="en-US" sz="1000" b="1" dirty="0" err="1"/>
              <a:t>operativo</a:t>
            </a:r>
            <a:r>
              <a:rPr lang="en-US" sz="1000" b="1" dirty="0"/>
              <a:t>, mas bien </a:t>
            </a:r>
            <a:r>
              <a:rPr lang="en-US" sz="1000" b="1" dirty="0" err="1"/>
              <a:t>comparten</a:t>
            </a:r>
            <a:r>
              <a:rPr lang="en-US" sz="1000" b="1" dirty="0"/>
              <a:t> el </a:t>
            </a:r>
            <a:r>
              <a:rPr lang="en-US" sz="1000" b="1" dirty="0" err="1"/>
              <a:t>núcleo</a:t>
            </a:r>
            <a:r>
              <a:rPr lang="en-US" sz="1000" b="1" dirty="0"/>
              <a:t> y </a:t>
            </a:r>
            <a:r>
              <a:rPr lang="en-US" sz="1000" b="1" dirty="0" err="1"/>
              <a:t>otras</a:t>
            </a:r>
            <a:r>
              <a:rPr lang="en-US" sz="1000" b="1" dirty="0"/>
              <a:t> </a:t>
            </a:r>
            <a:r>
              <a:rPr lang="en-US" sz="1000" b="1" dirty="0" err="1"/>
              <a:t>bibliotecas</a:t>
            </a:r>
            <a:r>
              <a:rPr lang="en-US" sz="1000" b="1" dirty="0"/>
              <a:t> con el </a:t>
            </a:r>
            <a:r>
              <a:rPr lang="en-US" sz="1000" b="1" dirty="0" err="1"/>
              <a:t>sistema</a:t>
            </a:r>
            <a:r>
              <a:rPr lang="en-US" sz="1000" b="1" dirty="0"/>
              <a:t> </a:t>
            </a:r>
            <a:r>
              <a:rPr lang="en-US" sz="1000" b="1" dirty="0" err="1"/>
              <a:t>anfitrión</a:t>
            </a:r>
            <a:r>
              <a:rPr lang="en-US" sz="1000" b="1" dirty="0"/>
              <a:t>. </a:t>
            </a:r>
            <a:r>
              <a:rPr lang="en-US" sz="1000" b="1" dirty="0" err="1"/>
              <a:t>Esto</a:t>
            </a:r>
            <a:r>
              <a:rPr lang="en-US" sz="1000" b="1" dirty="0"/>
              <a:t> con la </a:t>
            </a:r>
            <a:r>
              <a:rPr lang="en-US" sz="1000" b="1" dirty="0" err="1"/>
              <a:t>intención</a:t>
            </a:r>
            <a:r>
              <a:rPr lang="en-US" sz="1000" b="1" dirty="0"/>
              <a:t> de </a:t>
            </a:r>
            <a:r>
              <a:rPr lang="en-US" sz="1000" b="1" dirty="0" err="1"/>
              <a:t>reducir</a:t>
            </a:r>
            <a:r>
              <a:rPr lang="en-US" sz="1000" b="1" dirty="0"/>
              <a:t> el </a:t>
            </a:r>
            <a:r>
              <a:rPr lang="en-US" sz="1000" b="1" dirty="0" err="1"/>
              <a:t>uso</a:t>
            </a:r>
            <a:r>
              <a:rPr lang="en-US" sz="1000" b="1" dirty="0"/>
              <a:t> de </a:t>
            </a:r>
            <a:r>
              <a:rPr lang="en-US" sz="1000" b="1" dirty="0" err="1"/>
              <a:t>recursos</a:t>
            </a:r>
            <a:r>
              <a:rPr lang="en-US" sz="1000" b="1" dirty="0"/>
              <a:t> </a:t>
            </a:r>
            <a:r>
              <a:rPr lang="en-US" sz="1000" b="1" dirty="0" err="1"/>
              <a:t>en</a:t>
            </a:r>
            <a:r>
              <a:rPr lang="en-US" sz="1000" b="1" dirty="0"/>
              <a:t> </a:t>
            </a:r>
            <a:r>
              <a:rPr lang="en-US" sz="1000" b="1" dirty="0" err="1"/>
              <a:t>su</a:t>
            </a:r>
            <a:r>
              <a:rPr lang="en-US" sz="1000" b="1" dirty="0"/>
              <a:t> </a:t>
            </a:r>
            <a:r>
              <a:rPr lang="en-US" sz="1000" b="1" dirty="0" err="1"/>
              <a:t>operación</a:t>
            </a:r>
            <a:r>
              <a:rPr lang="en-US" sz="1000" b="1" dirty="0"/>
              <a:t>.</a:t>
            </a:r>
          </a:p>
          <a:p>
            <a:pPr>
              <a:lnSpc>
                <a:spcPct val="90000"/>
              </a:lnSpc>
            </a:pPr>
            <a:r>
              <a:rPr lang="en-US" sz="1000" b="1" i="0" dirty="0" err="1">
                <a:effectLst/>
              </a:rPr>
              <a:t>Esto</a:t>
            </a:r>
            <a:r>
              <a:rPr lang="en-US" sz="1000" b="1" i="0" dirty="0">
                <a:effectLst/>
              </a:rPr>
              <a:t> </a:t>
            </a:r>
            <a:r>
              <a:rPr lang="en-US" sz="1000" b="1" i="0" dirty="0" err="1">
                <a:effectLst/>
              </a:rPr>
              <a:t>nos</a:t>
            </a:r>
            <a:r>
              <a:rPr lang="en-US" sz="1000" b="1" i="0" dirty="0">
                <a:effectLst/>
              </a:rPr>
              <a:t> </a:t>
            </a:r>
            <a:r>
              <a:rPr lang="en-US" sz="1000" b="1" i="0" dirty="0" err="1">
                <a:effectLst/>
              </a:rPr>
              <a:t>permite</a:t>
            </a:r>
            <a:r>
              <a:rPr lang="en-US" sz="1000" b="1" i="0" dirty="0">
                <a:effectLst/>
              </a:rPr>
              <a:t> </a:t>
            </a:r>
            <a:r>
              <a:rPr lang="en-US" sz="1000" b="1" i="0" dirty="0" err="1">
                <a:effectLst/>
              </a:rPr>
              <a:t>empaquetar</a:t>
            </a:r>
            <a:r>
              <a:rPr lang="en-US" sz="1000" b="1" i="0" dirty="0">
                <a:effectLst/>
              </a:rPr>
              <a:t> </a:t>
            </a:r>
            <a:r>
              <a:rPr lang="en-US" sz="1000" b="1" i="0" dirty="0" err="1">
                <a:effectLst/>
              </a:rPr>
              <a:t>aplicaciones</a:t>
            </a:r>
            <a:r>
              <a:rPr lang="en-US" sz="1000" b="1" i="0" dirty="0">
                <a:effectLst/>
              </a:rPr>
              <a:t> </a:t>
            </a:r>
            <a:r>
              <a:rPr lang="en-US" sz="1000" b="1" i="0" dirty="0" err="1">
                <a:effectLst/>
              </a:rPr>
              <a:t>en</a:t>
            </a:r>
            <a:r>
              <a:rPr lang="en-US" sz="1000" b="1" i="0" dirty="0">
                <a:effectLst/>
              </a:rPr>
              <a:t> </a:t>
            </a:r>
            <a:r>
              <a:rPr lang="en-US" sz="1000" b="1" i="0" dirty="0" err="1">
                <a:effectLst/>
              </a:rPr>
              <a:t>contenedores</a:t>
            </a:r>
            <a:r>
              <a:rPr lang="en-US" sz="1000" b="1" dirty="0"/>
              <a:t>: </a:t>
            </a:r>
            <a:r>
              <a:rPr lang="en-US" sz="1000" b="1" dirty="0" err="1"/>
              <a:t>componentes</a:t>
            </a:r>
            <a:r>
              <a:rPr lang="en-US" sz="1000" b="1" dirty="0"/>
              <a:t> </a:t>
            </a:r>
            <a:r>
              <a:rPr lang="en-US" sz="1000" b="1" dirty="0" err="1"/>
              <a:t>ejecutables</a:t>
            </a:r>
            <a:r>
              <a:rPr lang="en-US" sz="1000" b="1" dirty="0"/>
              <a:t> </a:t>
            </a:r>
            <a:r>
              <a:rPr lang="en-US" sz="1000" b="1" dirty="0" err="1"/>
              <a:t>estandarizados</a:t>
            </a:r>
            <a:r>
              <a:rPr lang="en-US" sz="1000" b="1" dirty="0"/>
              <a:t> que </a:t>
            </a:r>
            <a:r>
              <a:rPr lang="en-US" sz="1000" b="1" dirty="0" err="1"/>
              <a:t>combinan</a:t>
            </a:r>
            <a:r>
              <a:rPr lang="en-US" sz="1000" b="1" dirty="0"/>
              <a:t> el </a:t>
            </a:r>
            <a:r>
              <a:rPr lang="en-US" sz="1000" b="1" dirty="0" err="1"/>
              <a:t>código</a:t>
            </a:r>
            <a:r>
              <a:rPr lang="en-US" sz="1000" b="1" dirty="0"/>
              <a:t> </a:t>
            </a:r>
            <a:r>
              <a:rPr lang="en-US" sz="1000" b="1" dirty="0" err="1"/>
              <a:t>fuente</a:t>
            </a:r>
            <a:r>
              <a:rPr lang="en-US" sz="1000" b="1" dirty="0"/>
              <a:t> de la </a:t>
            </a:r>
            <a:r>
              <a:rPr lang="en-US" sz="1000" b="1" dirty="0" err="1"/>
              <a:t>aplicación</a:t>
            </a:r>
            <a:r>
              <a:rPr lang="en-US" sz="1000" b="1" dirty="0"/>
              <a:t> con las </a:t>
            </a:r>
            <a:r>
              <a:rPr lang="en-US" sz="1000" b="1" dirty="0" err="1"/>
              <a:t>bibliotecas</a:t>
            </a:r>
            <a:r>
              <a:rPr lang="en-US" sz="1000" b="1" dirty="0"/>
              <a:t> del </a:t>
            </a:r>
            <a:r>
              <a:rPr lang="en-US" sz="1000" b="1" dirty="0" err="1"/>
              <a:t>sistema</a:t>
            </a:r>
            <a:r>
              <a:rPr lang="en-US" sz="1000" b="1" dirty="0"/>
              <a:t> </a:t>
            </a:r>
            <a:r>
              <a:rPr lang="en-US" sz="1000" b="1" dirty="0" err="1"/>
              <a:t>operativo</a:t>
            </a:r>
            <a:r>
              <a:rPr lang="en-US" sz="1000" b="1" dirty="0"/>
              <a:t> (SO) y las </a:t>
            </a:r>
            <a:r>
              <a:rPr lang="en-US" sz="1000" b="1" dirty="0" err="1"/>
              <a:t>dependencias</a:t>
            </a:r>
            <a:r>
              <a:rPr lang="en-US" sz="1000" b="1" dirty="0"/>
              <a:t> </a:t>
            </a:r>
            <a:r>
              <a:rPr lang="en-US" sz="1000" b="1" dirty="0" err="1"/>
              <a:t>necesarias</a:t>
            </a:r>
            <a:r>
              <a:rPr lang="en-US" sz="1000" b="1" dirty="0"/>
              <a:t> para </a:t>
            </a:r>
            <a:r>
              <a:rPr lang="en-US" sz="1000" b="1" dirty="0" err="1"/>
              <a:t>ejecutar</a:t>
            </a:r>
            <a:r>
              <a:rPr lang="en-US" sz="1000" b="1" dirty="0"/>
              <a:t> </a:t>
            </a:r>
            <a:r>
              <a:rPr lang="en-US" sz="1000" b="1" dirty="0" err="1"/>
              <a:t>dicho</a:t>
            </a:r>
            <a:r>
              <a:rPr lang="en-US" sz="1000" b="1" dirty="0"/>
              <a:t> </a:t>
            </a:r>
            <a:r>
              <a:rPr lang="en-US" sz="1000" b="1" dirty="0" err="1"/>
              <a:t>código</a:t>
            </a:r>
            <a:r>
              <a:rPr lang="en-US" sz="1000" b="1" dirty="0"/>
              <a:t> </a:t>
            </a:r>
            <a:r>
              <a:rPr lang="en-US" sz="1000" b="1" dirty="0" err="1"/>
              <a:t>en</a:t>
            </a:r>
            <a:r>
              <a:rPr lang="en-US" sz="1000" b="1" dirty="0"/>
              <a:t> </a:t>
            </a:r>
            <a:r>
              <a:rPr lang="en-US" sz="1000" b="1" dirty="0" err="1"/>
              <a:t>cualquier</a:t>
            </a:r>
            <a:r>
              <a:rPr lang="en-US" sz="1000" b="1" dirty="0"/>
              <a:t> </a:t>
            </a:r>
            <a:r>
              <a:rPr lang="en-US" sz="1000" b="1" dirty="0" err="1"/>
              <a:t>entorno</a:t>
            </a:r>
            <a:endParaRPr lang="en-US" sz="1000" b="1" dirty="0"/>
          </a:p>
        </p:txBody>
      </p:sp>
      <p:sp>
        <p:nvSpPr>
          <p:cNvPr id="21" name="Rectangle 13">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15">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descr="Diagrama&#10;&#10;Descripción generada automáticamente">
            <a:extLst>
              <a:ext uri="{FF2B5EF4-FFF2-40B4-BE49-F238E27FC236}">
                <a16:creationId xmlns:a16="http://schemas.microsoft.com/office/drawing/2014/main" id="{7C6C39CD-8772-41F2-8790-1345D58034A7}"/>
              </a:ext>
            </a:extLst>
          </p:cNvPr>
          <p:cNvPicPr>
            <a:picLocks noChangeAspect="1"/>
          </p:cNvPicPr>
          <p:nvPr/>
        </p:nvPicPr>
        <p:blipFill>
          <a:blip r:embed="rId2"/>
          <a:stretch>
            <a:fillRect/>
          </a:stretch>
        </p:blipFill>
        <p:spPr>
          <a:xfrm>
            <a:off x="4823366" y="1868421"/>
            <a:ext cx="6227064" cy="3129099"/>
          </a:xfrm>
          <a:prstGeom prst="rect">
            <a:avLst/>
          </a:prstGeom>
        </p:spPr>
      </p:pic>
      <p:sp>
        <p:nvSpPr>
          <p:cNvPr id="7" name="AutoShape 2">
            <a:extLst>
              <a:ext uri="{FF2B5EF4-FFF2-40B4-BE49-F238E27FC236}">
                <a16:creationId xmlns:a16="http://schemas.microsoft.com/office/drawing/2014/main" id="{960629C9-F2AE-47F8-B522-D88AF87FB13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Tree>
    <p:extLst>
      <p:ext uri="{BB962C8B-B14F-4D97-AF65-F5344CB8AC3E}">
        <p14:creationId xmlns:p14="http://schemas.microsoft.com/office/powerpoint/2010/main" val="4131735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474C6B-62F9-485B-BC99-3E8FA2ACACDA}"/>
              </a:ext>
            </a:extLst>
          </p:cNvPr>
          <p:cNvSpPr>
            <a:spLocks noGrp="1"/>
          </p:cNvSpPr>
          <p:nvPr>
            <p:ph type="ctrTitle"/>
          </p:nvPr>
        </p:nvSpPr>
        <p:spPr>
          <a:xfrm>
            <a:off x="1508760" y="571007"/>
            <a:ext cx="8991600" cy="1009599"/>
          </a:xfrm>
        </p:spPr>
        <p:txBody>
          <a:bodyPr/>
          <a:lstStyle/>
          <a:p>
            <a:r>
              <a:rPr lang="es-ES" dirty="0"/>
              <a:t>Y Que es un contenedor?</a:t>
            </a:r>
            <a:endParaRPr lang="es-MX" dirty="0"/>
          </a:p>
        </p:txBody>
      </p:sp>
      <p:sp>
        <p:nvSpPr>
          <p:cNvPr id="3" name="Subtítulo 2">
            <a:extLst>
              <a:ext uri="{FF2B5EF4-FFF2-40B4-BE49-F238E27FC236}">
                <a16:creationId xmlns:a16="http://schemas.microsoft.com/office/drawing/2014/main" id="{E37FD4E0-C1CE-4821-9ACB-2A5AAB18C3F4}"/>
              </a:ext>
            </a:extLst>
          </p:cNvPr>
          <p:cNvSpPr>
            <a:spLocks noGrp="1"/>
          </p:cNvSpPr>
          <p:nvPr>
            <p:ph type="subTitle" idx="1"/>
          </p:nvPr>
        </p:nvSpPr>
        <p:spPr>
          <a:xfrm>
            <a:off x="1058091" y="2040417"/>
            <a:ext cx="9442269" cy="3341479"/>
          </a:xfrm>
        </p:spPr>
        <p:txBody>
          <a:bodyPr>
            <a:normAutofit/>
          </a:bodyPr>
          <a:lstStyle/>
          <a:p>
            <a:pPr algn="l"/>
            <a:r>
              <a:rPr lang="es-ES" b="0" i="0" dirty="0">
                <a:solidFill>
                  <a:srgbClr val="525252"/>
                </a:solidFill>
                <a:effectLst/>
                <a:latin typeface="IBM Plex Sans"/>
              </a:rPr>
              <a:t>Ligeros e independientes</a:t>
            </a:r>
            <a:r>
              <a:rPr lang="es-ES" dirty="0">
                <a:solidFill>
                  <a:srgbClr val="525252"/>
                </a:solidFill>
                <a:latin typeface="IBM Plex Sans"/>
              </a:rPr>
              <a:t> </a:t>
            </a:r>
            <a:r>
              <a:rPr lang="es-ES" b="0" i="0" dirty="0">
                <a:solidFill>
                  <a:srgbClr val="525252"/>
                </a:solidFill>
                <a:effectLst/>
                <a:latin typeface="IBM Plex Sans"/>
              </a:rPr>
              <a:t>son unidades ejecutables de software donde se empaqueta el código de aplicación, junto con sus bibliotecas y dependencias, de forma común para que se pueda ejecutar en cualquier lugar, ya sea en el escritorio, en la TI tradicional o en el </a:t>
            </a:r>
            <a:r>
              <a:rPr lang="es-ES" b="0" i="0" dirty="0" err="1">
                <a:solidFill>
                  <a:srgbClr val="525252"/>
                </a:solidFill>
                <a:effectLst/>
                <a:latin typeface="IBM Plex Sans"/>
              </a:rPr>
              <a:t>cloud</a:t>
            </a:r>
            <a:r>
              <a:rPr lang="es-ES" b="0" i="0" dirty="0">
                <a:solidFill>
                  <a:srgbClr val="525252"/>
                </a:solidFill>
                <a:effectLst/>
                <a:latin typeface="IBM Plex Sans"/>
              </a:rPr>
              <a:t>.</a:t>
            </a:r>
            <a:endParaRPr lang="es-MX" b="0" i="0" dirty="0">
              <a:solidFill>
                <a:srgbClr val="525252"/>
              </a:solidFill>
              <a:effectLst/>
              <a:latin typeface="IBM Plex Sans"/>
            </a:endParaRPr>
          </a:p>
          <a:p>
            <a:pPr algn="l"/>
            <a:r>
              <a:rPr lang="es-ES" b="0" i="0" dirty="0">
                <a:solidFill>
                  <a:srgbClr val="525252"/>
                </a:solidFill>
                <a:effectLst/>
                <a:latin typeface="IBM Plex Sans"/>
              </a:rPr>
              <a:t>Los contenedores son pequeños, rápidos y portátiles porque, a diferencia de una máquina virtual, no necesitan incluir un SO invitado en cada instancia y, en su lugar, pueden simplemente aprovechar las características y recursos del SO del host.</a:t>
            </a:r>
          </a:p>
        </p:txBody>
      </p:sp>
    </p:spTree>
    <p:extLst>
      <p:ext uri="{BB962C8B-B14F-4D97-AF65-F5344CB8AC3E}">
        <p14:creationId xmlns:p14="http://schemas.microsoft.com/office/powerpoint/2010/main" val="3729311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3BAFE-06D8-4892-849B-09AAF89EC6AF}"/>
              </a:ext>
            </a:extLst>
          </p:cNvPr>
          <p:cNvSpPr>
            <a:spLocks noGrp="1"/>
          </p:cNvSpPr>
          <p:nvPr>
            <p:ph type="title"/>
          </p:nvPr>
        </p:nvSpPr>
        <p:spPr>
          <a:xfrm>
            <a:off x="2231136" y="298479"/>
            <a:ext cx="7729728" cy="1188720"/>
          </a:xfrm>
        </p:spPr>
        <p:txBody>
          <a:bodyPr>
            <a:normAutofit/>
          </a:bodyPr>
          <a:lstStyle/>
          <a:p>
            <a:r>
              <a:rPr lang="es-ES" b="0" i="0" dirty="0">
                <a:solidFill>
                  <a:srgbClr val="262626"/>
                </a:solidFill>
                <a:effectLst/>
                <a:latin typeface="IBM Plex Sans"/>
              </a:rPr>
              <a:t>Cómo funcionan los contenedores</a:t>
            </a:r>
            <a:endParaRPr lang="es-MX" dirty="0"/>
          </a:p>
        </p:txBody>
      </p:sp>
      <p:sp>
        <p:nvSpPr>
          <p:cNvPr id="3" name="Marcador de contenido 2">
            <a:extLst>
              <a:ext uri="{FF2B5EF4-FFF2-40B4-BE49-F238E27FC236}">
                <a16:creationId xmlns:a16="http://schemas.microsoft.com/office/drawing/2014/main" id="{95B8E3C9-0104-4239-A12B-715B6165FF52}"/>
              </a:ext>
            </a:extLst>
          </p:cNvPr>
          <p:cNvSpPr>
            <a:spLocks noGrp="1"/>
          </p:cNvSpPr>
          <p:nvPr>
            <p:ph idx="1"/>
          </p:nvPr>
        </p:nvSpPr>
        <p:spPr>
          <a:xfrm>
            <a:off x="352697" y="1789611"/>
            <a:ext cx="11534503" cy="4088675"/>
          </a:xfrm>
        </p:spPr>
        <p:txBody>
          <a:bodyPr>
            <a:normAutofit lnSpcReduction="10000"/>
          </a:bodyPr>
          <a:lstStyle/>
          <a:p>
            <a:pPr algn="l" fontAlgn="base"/>
            <a:r>
              <a:rPr lang="es-ES" b="0" i="0" dirty="0">
                <a:solidFill>
                  <a:srgbClr val="525252"/>
                </a:solidFill>
                <a:effectLst/>
                <a:latin typeface="IBM Plex Sans"/>
              </a:rPr>
              <a:t>Los</a:t>
            </a:r>
            <a:r>
              <a:rPr lang="es-ES" dirty="0">
                <a:solidFill>
                  <a:srgbClr val="525252"/>
                </a:solidFill>
                <a:latin typeface="IBM Plex Sans"/>
              </a:rPr>
              <a:t> contenedores </a:t>
            </a:r>
            <a:r>
              <a:rPr lang="es-ES" b="0" i="0" dirty="0">
                <a:solidFill>
                  <a:srgbClr val="525252"/>
                </a:solidFill>
                <a:effectLst/>
                <a:latin typeface="IBM Plex Sans"/>
              </a:rPr>
              <a:t>son posibles gracias al aislamiento de procesos y a las funciones de virtualización integradas en el </a:t>
            </a:r>
            <a:r>
              <a:rPr lang="es-ES" b="0" i="0" dirty="0" err="1">
                <a:solidFill>
                  <a:srgbClr val="525252"/>
                </a:solidFill>
                <a:effectLst/>
                <a:latin typeface="IBM Plex Sans"/>
              </a:rPr>
              <a:t>kernel</a:t>
            </a:r>
            <a:r>
              <a:rPr lang="es-ES" b="0" i="0" dirty="0">
                <a:solidFill>
                  <a:srgbClr val="525252"/>
                </a:solidFill>
                <a:effectLst/>
                <a:latin typeface="IBM Plex Sans"/>
              </a:rPr>
              <a:t> de Linux. Estas prestaciones, como por ejemplo los </a:t>
            </a:r>
            <a:r>
              <a:rPr lang="es-ES" b="0" i="1" dirty="0">
                <a:solidFill>
                  <a:srgbClr val="525252"/>
                </a:solidFill>
                <a:effectLst/>
                <a:latin typeface="IBM Plex Sans"/>
              </a:rPr>
              <a:t>grupos de control</a:t>
            </a:r>
            <a:r>
              <a:rPr lang="es-ES" b="0" i="0" dirty="0">
                <a:solidFill>
                  <a:srgbClr val="525252"/>
                </a:solidFill>
                <a:effectLst/>
                <a:latin typeface="IBM Plex Sans"/>
              </a:rPr>
              <a:t> (</a:t>
            </a:r>
            <a:r>
              <a:rPr lang="es-ES" b="0" i="0" dirty="0" err="1">
                <a:solidFill>
                  <a:srgbClr val="525252"/>
                </a:solidFill>
                <a:effectLst/>
                <a:latin typeface="IBM Plex Sans"/>
              </a:rPr>
              <a:t>Cgroups</a:t>
            </a:r>
            <a:r>
              <a:rPr lang="es-ES" b="0" i="0" dirty="0">
                <a:solidFill>
                  <a:srgbClr val="525252"/>
                </a:solidFill>
                <a:effectLst/>
                <a:latin typeface="IBM Plex Sans"/>
              </a:rPr>
              <a:t>) para asignar recursos entre procesos, y los </a:t>
            </a:r>
            <a:r>
              <a:rPr lang="es-ES" b="0" i="1" dirty="0">
                <a:solidFill>
                  <a:srgbClr val="525252"/>
                </a:solidFill>
                <a:effectLst/>
                <a:latin typeface="IBM Plex Sans"/>
              </a:rPr>
              <a:t>espacios de nombres</a:t>
            </a:r>
            <a:r>
              <a:rPr lang="es-ES" b="0" i="0" dirty="0">
                <a:solidFill>
                  <a:srgbClr val="525252"/>
                </a:solidFill>
                <a:effectLst/>
                <a:latin typeface="IBM Plex Sans"/>
              </a:rPr>
              <a:t> para </a:t>
            </a:r>
            <a:r>
              <a:rPr lang="es-ES" dirty="0">
                <a:solidFill>
                  <a:srgbClr val="525252"/>
                </a:solidFill>
                <a:latin typeface="IBM Plex Sans"/>
              </a:rPr>
              <a:t>restringir el acceso de procesos o la visibilidad a otros recursos o áreas del sistema, permiten a varios componentes de aplicación compartir los recursos de una sola instancia del sistema operativo de host de la misma forma que un hipervisor permite a varias máquinas virtuales (VM) compartir la </a:t>
            </a:r>
            <a:r>
              <a:rPr lang="es-ES" b="0" i="0" dirty="0">
                <a:solidFill>
                  <a:srgbClr val="525252"/>
                </a:solidFill>
                <a:effectLst/>
                <a:latin typeface="IBM Plex Sans"/>
              </a:rPr>
              <a:t>CPU, la memoria y otros recursos de un único servidor de hardware.</a:t>
            </a:r>
          </a:p>
          <a:p>
            <a:pPr algn="l" fontAlgn="base"/>
            <a:r>
              <a:rPr lang="es-ES" b="0" i="0" dirty="0">
                <a:solidFill>
                  <a:srgbClr val="525252"/>
                </a:solidFill>
                <a:effectLst/>
                <a:latin typeface="IBM Plex Sans"/>
              </a:rPr>
              <a:t>Como resultado, la tecnología de contenedor ofrece todas las funciones y ventajas de las máquinas virtuales, por ejemplo, el aislamiento de aplicaciones, la escalabilidad rentable y la capacidad de descartar, además de otras ventajas importantes:</a:t>
            </a:r>
          </a:p>
          <a:p>
            <a:pPr algn="l" fontAlgn="base">
              <a:buFont typeface="Arial" panose="020B0604020202020204" pitchFamily="34" charset="0"/>
              <a:buChar char="•"/>
            </a:pPr>
            <a:r>
              <a:rPr lang="es-ES" b="1" i="0" dirty="0">
                <a:solidFill>
                  <a:srgbClr val="525252"/>
                </a:solidFill>
                <a:effectLst/>
                <a:latin typeface="IBM Plex Sans"/>
              </a:rPr>
              <a:t>Peso ligero:</a:t>
            </a:r>
            <a:r>
              <a:rPr lang="es-ES" b="0" i="0" dirty="0">
                <a:solidFill>
                  <a:srgbClr val="525252"/>
                </a:solidFill>
                <a:effectLst/>
                <a:latin typeface="IBM Plex Sans"/>
              </a:rPr>
              <a:t> solo incluyen los procesos y dependencias de SO necesarios para ejecutar el código. </a:t>
            </a:r>
          </a:p>
          <a:p>
            <a:pPr algn="l" fontAlgn="base">
              <a:buFont typeface="Arial" panose="020B0604020202020204" pitchFamily="34" charset="0"/>
              <a:buChar char="•"/>
            </a:pPr>
            <a:r>
              <a:rPr lang="es-ES" b="1" i="0" dirty="0">
                <a:solidFill>
                  <a:srgbClr val="525252"/>
                </a:solidFill>
                <a:effectLst/>
                <a:latin typeface="IBM Plex Sans"/>
              </a:rPr>
              <a:t>Mayor eficiencia de recursos:</a:t>
            </a:r>
            <a:r>
              <a:rPr lang="es-ES" b="0" i="0" dirty="0">
                <a:solidFill>
                  <a:srgbClr val="525252"/>
                </a:solidFill>
                <a:effectLst/>
                <a:latin typeface="IBM Plex Sans"/>
              </a:rPr>
              <a:t> con los contenedores, puede ejecutar varias veces las mismas copias de una aplicación en el mismo hardware que utilizando las máquinas virtuales. Esto puede reducir el gasto de </a:t>
            </a:r>
            <a:r>
              <a:rPr lang="es-ES" b="0" i="0" dirty="0" err="1">
                <a:solidFill>
                  <a:srgbClr val="525252"/>
                </a:solidFill>
                <a:effectLst/>
                <a:latin typeface="IBM Plex Sans"/>
              </a:rPr>
              <a:t>cloud</a:t>
            </a:r>
            <a:r>
              <a:rPr lang="es-ES" b="0" i="0" dirty="0">
                <a:solidFill>
                  <a:srgbClr val="525252"/>
                </a:solidFill>
                <a:effectLst/>
                <a:latin typeface="IBM Plex Sans"/>
              </a:rPr>
              <a:t>.</a:t>
            </a:r>
          </a:p>
        </p:txBody>
      </p:sp>
    </p:spTree>
    <p:extLst>
      <p:ext uri="{BB962C8B-B14F-4D97-AF65-F5344CB8AC3E}">
        <p14:creationId xmlns:p14="http://schemas.microsoft.com/office/powerpoint/2010/main" val="2130237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459C09-A67D-46C4-B9E0-149B676CE35C}"/>
              </a:ext>
            </a:extLst>
          </p:cNvPr>
          <p:cNvSpPr>
            <a:spLocks noGrp="1"/>
          </p:cNvSpPr>
          <p:nvPr>
            <p:ph type="ctrTitle"/>
          </p:nvPr>
        </p:nvSpPr>
        <p:spPr>
          <a:xfrm>
            <a:off x="1600200" y="322812"/>
            <a:ext cx="8991600" cy="1140228"/>
          </a:xfrm>
        </p:spPr>
        <p:txBody>
          <a:bodyPr>
            <a:normAutofit fontScale="90000"/>
          </a:bodyPr>
          <a:lstStyle/>
          <a:p>
            <a:r>
              <a:rPr lang="es-ES" b="1" cap="all" dirty="0">
                <a:latin typeface="FuturaPTWeb-Heavy"/>
              </a:rPr>
              <a:t>contenedores con </a:t>
            </a:r>
            <a:r>
              <a:rPr lang="es-ES" b="1" cap="all" dirty="0" err="1">
                <a:latin typeface="FuturaPTWeb-Heavy"/>
              </a:rPr>
              <a:t>Kubernetes</a:t>
            </a:r>
            <a:endParaRPr lang="es-MX" dirty="0"/>
          </a:p>
        </p:txBody>
      </p:sp>
      <p:sp>
        <p:nvSpPr>
          <p:cNvPr id="3" name="Subtítulo 2">
            <a:extLst>
              <a:ext uri="{FF2B5EF4-FFF2-40B4-BE49-F238E27FC236}">
                <a16:creationId xmlns:a16="http://schemas.microsoft.com/office/drawing/2014/main" id="{01E327DD-032B-4451-B814-6266FDF121DF}"/>
              </a:ext>
            </a:extLst>
          </p:cNvPr>
          <p:cNvSpPr>
            <a:spLocks noGrp="1"/>
          </p:cNvSpPr>
          <p:nvPr>
            <p:ph type="subTitle" idx="1"/>
          </p:nvPr>
        </p:nvSpPr>
        <p:spPr>
          <a:xfrm>
            <a:off x="705393" y="1855465"/>
            <a:ext cx="10763795" cy="1239894"/>
          </a:xfrm>
        </p:spPr>
        <p:txBody>
          <a:bodyPr>
            <a:normAutofit fontScale="92500"/>
          </a:bodyPr>
          <a:lstStyle/>
          <a:p>
            <a:r>
              <a:rPr lang="es-ES" dirty="0"/>
              <a:t>Es una herramienta de gestión de contenedores, que nos permite manejar estos a través de muchos nodos.</a:t>
            </a:r>
          </a:p>
          <a:p>
            <a:r>
              <a:rPr lang="es-ES" dirty="0"/>
              <a:t>Nos permite redireccionar recursos entre contenedores y lo podemos entender dividiendo en 2 elementos Master y </a:t>
            </a:r>
            <a:r>
              <a:rPr lang="es-ES" dirty="0" err="1"/>
              <a:t>Worker</a:t>
            </a:r>
            <a:endParaRPr lang="es-MX" dirty="0"/>
          </a:p>
        </p:txBody>
      </p:sp>
    </p:spTree>
    <p:extLst>
      <p:ext uri="{BB962C8B-B14F-4D97-AF65-F5344CB8AC3E}">
        <p14:creationId xmlns:p14="http://schemas.microsoft.com/office/powerpoint/2010/main" val="338855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D214E-27AF-4D72-9024-9DBAD9B31E91}"/>
              </a:ext>
            </a:extLst>
          </p:cNvPr>
          <p:cNvSpPr>
            <a:spLocks noGrp="1"/>
          </p:cNvSpPr>
          <p:nvPr>
            <p:ph type="ctrTitle"/>
          </p:nvPr>
        </p:nvSpPr>
        <p:spPr>
          <a:xfrm>
            <a:off x="1600200" y="283624"/>
            <a:ext cx="8991600" cy="981938"/>
          </a:xfrm>
        </p:spPr>
        <p:txBody>
          <a:bodyPr/>
          <a:lstStyle/>
          <a:p>
            <a:r>
              <a:rPr lang="es-ES" dirty="0"/>
              <a:t>Que es una imagen DOCKER</a:t>
            </a:r>
            <a:endParaRPr lang="es-MX" dirty="0"/>
          </a:p>
        </p:txBody>
      </p:sp>
      <p:sp>
        <p:nvSpPr>
          <p:cNvPr id="3" name="Subtítulo 2">
            <a:extLst>
              <a:ext uri="{FF2B5EF4-FFF2-40B4-BE49-F238E27FC236}">
                <a16:creationId xmlns:a16="http://schemas.microsoft.com/office/drawing/2014/main" id="{F126AD41-00BE-45FE-9946-4203EABD962A}"/>
              </a:ext>
            </a:extLst>
          </p:cNvPr>
          <p:cNvSpPr>
            <a:spLocks noGrp="1"/>
          </p:cNvSpPr>
          <p:nvPr>
            <p:ph type="subTitle" idx="1"/>
          </p:nvPr>
        </p:nvSpPr>
        <p:spPr>
          <a:xfrm>
            <a:off x="1110343" y="1593669"/>
            <a:ext cx="10006148" cy="3879668"/>
          </a:xfrm>
        </p:spPr>
        <p:txBody>
          <a:bodyPr>
            <a:normAutofit/>
          </a:bodyPr>
          <a:lstStyle/>
          <a:p>
            <a:pPr algn="just"/>
            <a:r>
              <a:rPr lang="es-ES" b="0" i="0" dirty="0">
                <a:solidFill>
                  <a:srgbClr val="424242"/>
                </a:solidFill>
                <a:effectLst/>
                <a:latin typeface="lato"/>
              </a:rPr>
              <a:t>Una imagen Docker es un archivo, compuesto por múltiples </a:t>
            </a:r>
            <a:r>
              <a:rPr lang="es-ES" b="1" i="0" dirty="0">
                <a:solidFill>
                  <a:srgbClr val="424242"/>
                </a:solidFill>
                <a:effectLst/>
                <a:latin typeface="lato"/>
              </a:rPr>
              <a:t>capas</a:t>
            </a:r>
            <a:r>
              <a:rPr lang="es-ES" b="0" i="0" dirty="0">
                <a:solidFill>
                  <a:srgbClr val="424242"/>
                </a:solidFill>
                <a:effectLst/>
                <a:latin typeface="lato"/>
              </a:rPr>
              <a:t>, que se utiliza para ejecutar código en un contenedor Docker. </a:t>
            </a:r>
          </a:p>
          <a:p>
            <a:pPr algn="just"/>
            <a:r>
              <a:rPr lang="es-ES" b="0" i="0" dirty="0">
                <a:solidFill>
                  <a:srgbClr val="424242"/>
                </a:solidFill>
                <a:effectLst/>
                <a:latin typeface="lato"/>
              </a:rPr>
              <a:t>Las imágenes se utilizan para crear contenedores ya que éstas nunca van a cambiar, esto permite crear contenedores con diferentes </a:t>
            </a:r>
            <a:r>
              <a:rPr lang="es-ES" b="1" i="0" dirty="0">
                <a:solidFill>
                  <a:srgbClr val="424242"/>
                </a:solidFill>
                <a:effectLst/>
                <a:latin typeface="lato"/>
              </a:rPr>
              <a:t>capas</a:t>
            </a:r>
            <a:r>
              <a:rPr lang="es-ES" b="0" i="0" dirty="0">
                <a:solidFill>
                  <a:srgbClr val="424242"/>
                </a:solidFill>
                <a:effectLst/>
                <a:latin typeface="lato"/>
              </a:rPr>
              <a:t> de imágenes las cuales se van a superponer sobre otras.</a:t>
            </a:r>
          </a:p>
          <a:p>
            <a:pPr algn="just"/>
            <a:r>
              <a:rPr lang="es-ES" dirty="0">
                <a:solidFill>
                  <a:srgbClr val="424242"/>
                </a:solidFill>
                <a:latin typeface="lato"/>
              </a:rPr>
              <a:t>B</a:t>
            </a:r>
            <a:r>
              <a:rPr lang="es-ES" b="0" i="0" dirty="0">
                <a:solidFill>
                  <a:srgbClr val="424242"/>
                </a:solidFill>
                <a:effectLst/>
                <a:latin typeface="lato"/>
              </a:rPr>
              <a:t>ásicamente lo que hacemos Es Descargar la imagen y empezar la utilizar creando las diferentes </a:t>
            </a:r>
            <a:r>
              <a:rPr lang="es-ES" b="1" i="0" dirty="0">
                <a:solidFill>
                  <a:srgbClr val="424242"/>
                </a:solidFill>
                <a:effectLst/>
                <a:latin typeface="lato"/>
              </a:rPr>
              <a:t>capas</a:t>
            </a:r>
            <a:r>
              <a:rPr lang="es-ES" b="0" i="0" dirty="0">
                <a:solidFill>
                  <a:srgbClr val="424242"/>
                </a:solidFill>
                <a:effectLst/>
                <a:latin typeface="lato"/>
              </a:rPr>
              <a:t> que necesitamos para que nuestra aplicación funcione</a:t>
            </a:r>
          </a:p>
        </p:txBody>
      </p:sp>
    </p:spTree>
    <p:extLst>
      <p:ext uri="{BB962C8B-B14F-4D97-AF65-F5344CB8AC3E}">
        <p14:creationId xmlns:p14="http://schemas.microsoft.com/office/powerpoint/2010/main" val="1525940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1A0642-9B24-47C2-9252-9D39E2CFFB4A}"/>
              </a:ext>
            </a:extLst>
          </p:cNvPr>
          <p:cNvSpPr>
            <a:spLocks noGrp="1"/>
          </p:cNvSpPr>
          <p:nvPr>
            <p:ph type="ctrTitle"/>
          </p:nvPr>
        </p:nvSpPr>
        <p:spPr>
          <a:xfrm>
            <a:off x="1600200" y="442603"/>
            <a:ext cx="8991600" cy="822960"/>
          </a:xfrm>
        </p:spPr>
        <p:txBody>
          <a:bodyPr>
            <a:normAutofit fontScale="90000"/>
          </a:bodyPr>
          <a:lstStyle/>
          <a:p>
            <a:r>
              <a:rPr lang="es-MX" b="0" i="0" dirty="0">
                <a:solidFill>
                  <a:srgbClr val="424242"/>
                </a:solidFill>
                <a:effectLst/>
                <a:latin typeface="lato"/>
              </a:rPr>
              <a:t>¿Qué son las capas?</a:t>
            </a:r>
            <a:endParaRPr lang="es-MX" dirty="0"/>
          </a:p>
        </p:txBody>
      </p:sp>
      <p:sp>
        <p:nvSpPr>
          <p:cNvPr id="3" name="Subtítulo 2">
            <a:extLst>
              <a:ext uri="{FF2B5EF4-FFF2-40B4-BE49-F238E27FC236}">
                <a16:creationId xmlns:a16="http://schemas.microsoft.com/office/drawing/2014/main" id="{5F5E9AEA-091C-4256-9F3A-B03E37DE2068}"/>
              </a:ext>
            </a:extLst>
          </p:cNvPr>
          <p:cNvSpPr>
            <a:spLocks noGrp="1"/>
          </p:cNvSpPr>
          <p:nvPr>
            <p:ph type="subTitle" idx="1"/>
          </p:nvPr>
        </p:nvSpPr>
        <p:spPr>
          <a:xfrm>
            <a:off x="548640" y="1763485"/>
            <a:ext cx="11103429" cy="4651911"/>
          </a:xfrm>
        </p:spPr>
        <p:txBody>
          <a:bodyPr>
            <a:normAutofit fontScale="92500" lnSpcReduction="10000"/>
          </a:bodyPr>
          <a:lstStyle/>
          <a:p>
            <a:pPr algn="just"/>
            <a:r>
              <a:rPr lang="es-ES" b="0" i="0" dirty="0">
                <a:solidFill>
                  <a:srgbClr val="424242"/>
                </a:solidFill>
                <a:effectLst/>
                <a:latin typeface="lato"/>
              </a:rPr>
              <a:t>Las imágenes están hechas de capas ordenadas. </a:t>
            </a:r>
          </a:p>
          <a:p>
            <a:pPr algn="just"/>
            <a:r>
              <a:rPr lang="es-ES" b="0" i="0" dirty="0">
                <a:solidFill>
                  <a:srgbClr val="424242"/>
                </a:solidFill>
                <a:effectLst/>
                <a:latin typeface="lato"/>
              </a:rPr>
              <a:t>Se puede pensar en una capa como un conjunto de cambios en el sistema de archivos cuando </a:t>
            </a:r>
          </a:p>
          <a:p>
            <a:pPr algn="just"/>
            <a:r>
              <a:rPr lang="es-ES" b="0" i="0" dirty="0">
                <a:solidFill>
                  <a:srgbClr val="424242"/>
                </a:solidFill>
                <a:effectLst/>
                <a:latin typeface="lato"/>
              </a:rPr>
              <a:t>Tomás todas las capas y las apilas obtienes una nueva imagen que contiene todos los cambios acumulados </a:t>
            </a:r>
          </a:p>
          <a:p>
            <a:pPr algn="just"/>
            <a:r>
              <a:rPr lang="es-ES" b="0" i="0" dirty="0">
                <a:solidFill>
                  <a:srgbClr val="424242"/>
                </a:solidFill>
                <a:effectLst/>
                <a:latin typeface="lato"/>
              </a:rPr>
              <a:t>Ahora cada vez que nosotros creamos una capa para las imágenes hay que tener en cuenta el orden de cómo se están creando estas capas y que va a contener cada una de ellas, por ejemplo si en una capa </a:t>
            </a:r>
          </a:p>
          <a:p>
            <a:pPr algn="just"/>
            <a:r>
              <a:rPr lang="es-ES" dirty="0">
                <a:solidFill>
                  <a:srgbClr val="424242"/>
                </a:solidFill>
                <a:latin typeface="lato"/>
              </a:rPr>
              <a:t>C</a:t>
            </a:r>
            <a:r>
              <a:rPr lang="es-ES" b="0" i="0" dirty="0">
                <a:solidFill>
                  <a:srgbClr val="424242"/>
                </a:solidFill>
                <a:effectLst/>
                <a:latin typeface="lato"/>
              </a:rPr>
              <a:t>ada capa va sumando al tamaño final de nuestra imagen si nosotros vamos creando capas con archivos y esos archivos por ejemplo empezando 10 megabytes Y tenemos 10 capas nuestra imagen al final va a tener el peso de la imagen base más la cantidad de capas añadidas que en estos casos son 100 megabytes y esto generaría que nuestra imagen final fuera demasiado pesada y poco limitada.</a:t>
            </a:r>
          </a:p>
          <a:p>
            <a:pPr algn="just"/>
            <a:r>
              <a:rPr lang="es-ES" b="0" i="0" dirty="0">
                <a:solidFill>
                  <a:srgbClr val="424242"/>
                </a:solidFill>
                <a:effectLst/>
                <a:latin typeface="lato"/>
              </a:rPr>
              <a:t>Ahora la forma en que </a:t>
            </a:r>
            <a:r>
              <a:rPr lang="es-ES" b="0" i="0" dirty="0" err="1">
                <a:solidFill>
                  <a:srgbClr val="424242"/>
                </a:solidFill>
                <a:effectLst/>
                <a:latin typeface="lato"/>
              </a:rPr>
              <a:t>docker</a:t>
            </a:r>
            <a:r>
              <a:rPr lang="es-ES" b="0" i="0" dirty="0">
                <a:solidFill>
                  <a:srgbClr val="424242"/>
                </a:solidFill>
                <a:effectLst/>
                <a:latin typeface="lato"/>
              </a:rPr>
              <a:t> trabaja para optimizar el espacio es que si muchas capas están basadas en imágenes que ya tienes descargadas y son similares lo que hará es tomar esas imágenes comunes y generará nuevas imágenes en base a ellas así ya no se tendrán que Descargar nuevas capas para crear una imagen y optimizar y amos el espacio que tenemos almacenado en disco.</a:t>
            </a:r>
          </a:p>
          <a:p>
            <a:endParaRPr lang="es-MX" dirty="0"/>
          </a:p>
        </p:txBody>
      </p:sp>
    </p:spTree>
    <p:extLst>
      <p:ext uri="{BB962C8B-B14F-4D97-AF65-F5344CB8AC3E}">
        <p14:creationId xmlns:p14="http://schemas.microsoft.com/office/powerpoint/2010/main" val="575405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966E82-5848-48E0-BBA6-E6708EE78BAE}"/>
              </a:ext>
            </a:extLst>
          </p:cNvPr>
          <p:cNvSpPr>
            <a:spLocks noGrp="1"/>
          </p:cNvSpPr>
          <p:nvPr>
            <p:ph type="ctrTitle"/>
          </p:nvPr>
        </p:nvSpPr>
        <p:spPr>
          <a:xfrm>
            <a:off x="1508760" y="442602"/>
            <a:ext cx="8991600" cy="1645920"/>
          </a:xfrm>
        </p:spPr>
        <p:txBody>
          <a:bodyPr/>
          <a:lstStyle/>
          <a:p>
            <a:r>
              <a:rPr lang="es-MX" b="0" i="0" dirty="0">
                <a:solidFill>
                  <a:srgbClr val="424242"/>
                </a:solidFill>
                <a:effectLst/>
                <a:latin typeface="lato"/>
              </a:rPr>
              <a:t>Capa de contenedor</a:t>
            </a:r>
            <a:endParaRPr lang="es-MX" dirty="0"/>
          </a:p>
        </p:txBody>
      </p:sp>
      <p:sp>
        <p:nvSpPr>
          <p:cNvPr id="3" name="Subtítulo 2">
            <a:extLst>
              <a:ext uri="{FF2B5EF4-FFF2-40B4-BE49-F238E27FC236}">
                <a16:creationId xmlns:a16="http://schemas.microsoft.com/office/drawing/2014/main" id="{2EC2CC1E-6A2F-475C-9384-DDBECB937D86}"/>
              </a:ext>
            </a:extLst>
          </p:cNvPr>
          <p:cNvSpPr>
            <a:spLocks noGrp="1"/>
          </p:cNvSpPr>
          <p:nvPr>
            <p:ph type="subTitle" idx="1"/>
          </p:nvPr>
        </p:nvSpPr>
        <p:spPr>
          <a:xfrm>
            <a:off x="718456" y="2458429"/>
            <a:ext cx="10737669" cy="2832027"/>
          </a:xfrm>
        </p:spPr>
        <p:txBody>
          <a:bodyPr>
            <a:normAutofit/>
          </a:bodyPr>
          <a:lstStyle/>
          <a:p>
            <a:r>
              <a:rPr lang="es-ES" b="0" i="0" dirty="0">
                <a:solidFill>
                  <a:srgbClr val="424242"/>
                </a:solidFill>
                <a:effectLst/>
                <a:latin typeface="lato"/>
              </a:rPr>
              <a:t>Cada vez que Docker lanza un contenedor desde una imagen, agrega una capa de escritura, llamada capa contenedor, que almacena todos los cambios realizados en el contenedor en tiempo de ejecución.</a:t>
            </a:r>
          </a:p>
          <a:p>
            <a:r>
              <a:rPr lang="es-ES" b="0" i="0" dirty="0">
                <a:solidFill>
                  <a:srgbClr val="424242"/>
                </a:solidFill>
                <a:effectLst/>
                <a:latin typeface="lato"/>
              </a:rPr>
              <a:t>Dado que esta capa es la única diferencia entre un contenedor operativo en vivo y la propia imagen de Docker de origen, un número ilimitado de contenedores similares puede compartir el acceso a la misma imagen subyacente mientras mantiene su propio estado individual</a:t>
            </a:r>
            <a:endParaRPr lang="es-MX" dirty="0"/>
          </a:p>
        </p:txBody>
      </p:sp>
    </p:spTree>
    <p:extLst>
      <p:ext uri="{BB962C8B-B14F-4D97-AF65-F5344CB8AC3E}">
        <p14:creationId xmlns:p14="http://schemas.microsoft.com/office/powerpoint/2010/main" val="4178608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0A60E8-A359-4BC7-B727-C8E12482C86C}"/>
              </a:ext>
            </a:extLst>
          </p:cNvPr>
          <p:cNvSpPr>
            <a:spLocks noGrp="1"/>
          </p:cNvSpPr>
          <p:nvPr>
            <p:ph type="ctrTitle"/>
          </p:nvPr>
        </p:nvSpPr>
        <p:spPr>
          <a:xfrm>
            <a:off x="1600200" y="442602"/>
            <a:ext cx="8991600" cy="1111878"/>
          </a:xfrm>
        </p:spPr>
        <p:txBody>
          <a:bodyPr/>
          <a:lstStyle/>
          <a:p>
            <a:r>
              <a:rPr lang="es-MX" b="0" i="0" dirty="0">
                <a:solidFill>
                  <a:srgbClr val="424242"/>
                </a:solidFill>
                <a:effectLst/>
                <a:latin typeface="lato"/>
              </a:rPr>
              <a:t>Imagen base</a:t>
            </a:r>
            <a:endParaRPr lang="es-MX" dirty="0"/>
          </a:p>
        </p:txBody>
      </p:sp>
      <p:sp>
        <p:nvSpPr>
          <p:cNvPr id="3" name="Subtítulo 2">
            <a:extLst>
              <a:ext uri="{FF2B5EF4-FFF2-40B4-BE49-F238E27FC236}">
                <a16:creationId xmlns:a16="http://schemas.microsoft.com/office/drawing/2014/main" id="{096805F1-9EB8-47FB-A179-FE01D7256A05}"/>
              </a:ext>
            </a:extLst>
          </p:cNvPr>
          <p:cNvSpPr>
            <a:spLocks noGrp="1"/>
          </p:cNvSpPr>
          <p:nvPr>
            <p:ph type="subTitle" idx="1"/>
          </p:nvPr>
        </p:nvSpPr>
        <p:spPr>
          <a:xfrm>
            <a:off x="796835" y="2189105"/>
            <a:ext cx="10620102" cy="1239895"/>
          </a:xfrm>
        </p:spPr>
        <p:txBody>
          <a:bodyPr>
            <a:normAutofit/>
          </a:bodyPr>
          <a:lstStyle/>
          <a:p>
            <a:r>
              <a:rPr lang="es-ES" b="0" i="0" dirty="0">
                <a:solidFill>
                  <a:srgbClr val="424242"/>
                </a:solidFill>
                <a:effectLst/>
                <a:latin typeface="lato"/>
              </a:rPr>
              <a:t>En términos simples, una imagen base es una primera capa vacía, que le permite construir sus imágenes Docker desde cero. Las imágenes base le dan control total sobre el contenido de las imágenes, pero generalmente están destinadas a usuarios de Docker más avanzados.</a:t>
            </a:r>
            <a:endParaRPr lang="es-MX" dirty="0"/>
          </a:p>
        </p:txBody>
      </p:sp>
      <p:sp>
        <p:nvSpPr>
          <p:cNvPr id="4" name="Subtítulo 2">
            <a:extLst>
              <a:ext uri="{FF2B5EF4-FFF2-40B4-BE49-F238E27FC236}">
                <a16:creationId xmlns:a16="http://schemas.microsoft.com/office/drawing/2014/main" id="{EDCACBE2-91E2-42F4-957C-4C994B771CD7}"/>
              </a:ext>
            </a:extLst>
          </p:cNvPr>
          <p:cNvSpPr txBox="1">
            <a:spLocks/>
          </p:cNvSpPr>
          <p:nvPr/>
        </p:nvSpPr>
        <p:spPr>
          <a:xfrm>
            <a:off x="796835" y="3670662"/>
            <a:ext cx="10620102" cy="2939143"/>
          </a:xfrm>
          <a:prstGeom prst="rect">
            <a:avLst/>
          </a:prstGeom>
          <a:noFill/>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r>
              <a:rPr lang="es-ES" b="0" i="0" dirty="0">
                <a:solidFill>
                  <a:srgbClr val="424242"/>
                </a:solidFill>
                <a:effectLst/>
                <a:latin typeface="lato"/>
              </a:rPr>
              <a:t>Junto con un conjunto de archivos de capa individuales, una imagen de Docker también incluye un archivo adicional conocido como manifiesto. Esta es esencialmente una descripción de la imagen en formato JSON y comprende información como etiquetas de imagen, una firma digital y detalles sobre cómo configurar el contenedor para diferentes tipos de plataforma de host.</a:t>
            </a:r>
          </a:p>
          <a:p>
            <a:r>
              <a:rPr lang="es-ES" dirty="0">
                <a:solidFill>
                  <a:srgbClr val="424242"/>
                </a:solidFill>
                <a:latin typeface="lato"/>
              </a:rPr>
              <a:t>Referencias: </a:t>
            </a:r>
            <a:r>
              <a:rPr lang="es-ES" dirty="0">
                <a:solidFill>
                  <a:schemeClr val="bg2"/>
                </a:solidFill>
                <a:hlinkClick r:id="rId2">
                  <a:extLst>
                    <a:ext uri="{A12FA001-AC4F-418D-AE19-62706E023703}">
                      <ahyp:hlinkClr xmlns:ahyp="http://schemas.microsoft.com/office/drawing/2018/hyperlinkcolor" val="tx"/>
                    </a:ext>
                  </a:extLst>
                </a:hlinkClick>
              </a:rPr>
              <a:t>Docker Desde las Bases: Comprendiendo Imágenes (tutsplus.com)</a:t>
            </a:r>
            <a:endParaRPr lang="es-ES" dirty="0">
              <a:solidFill>
                <a:schemeClr val="bg2"/>
              </a:solidFill>
              <a:latin typeface="lato"/>
            </a:endParaRPr>
          </a:p>
          <a:p>
            <a:r>
              <a:rPr lang="en-US" dirty="0">
                <a:solidFill>
                  <a:schemeClr val="bg2"/>
                </a:solidFill>
                <a:hlinkClick r:id="rId3">
                  <a:extLst>
                    <a:ext uri="{A12FA001-AC4F-418D-AE19-62706E023703}">
                      <ahyp:hlinkClr xmlns:ahyp="http://schemas.microsoft.com/office/drawing/2018/hyperlinkcolor" val="tx"/>
                    </a:ext>
                  </a:extLst>
                </a:hlinkClick>
              </a:rPr>
              <a:t>A Beginner’s Guide to Understanding and Building Docker Images (jfrog.com)</a:t>
            </a:r>
            <a:endParaRPr lang="es-MX" dirty="0">
              <a:solidFill>
                <a:schemeClr val="bg2"/>
              </a:solidFill>
            </a:endParaRPr>
          </a:p>
        </p:txBody>
      </p:sp>
    </p:spTree>
    <p:extLst>
      <p:ext uri="{BB962C8B-B14F-4D97-AF65-F5344CB8AC3E}">
        <p14:creationId xmlns:p14="http://schemas.microsoft.com/office/powerpoint/2010/main" val="3495608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3B3B0E-6E88-4867-AF8D-DA312A14048C}"/>
              </a:ext>
            </a:extLst>
          </p:cNvPr>
          <p:cNvSpPr>
            <a:spLocks noGrp="1"/>
          </p:cNvSpPr>
          <p:nvPr>
            <p:ph type="ctrTitle"/>
          </p:nvPr>
        </p:nvSpPr>
        <p:spPr>
          <a:xfrm>
            <a:off x="1600200" y="296687"/>
            <a:ext cx="8991600" cy="591587"/>
          </a:xfrm>
        </p:spPr>
        <p:txBody>
          <a:bodyPr>
            <a:normAutofit fontScale="90000"/>
          </a:bodyPr>
          <a:lstStyle/>
          <a:p>
            <a:r>
              <a:rPr lang="es-ES" dirty="0"/>
              <a:t>Creando una imagen </a:t>
            </a:r>
            <a:r>
              <a:rPr lang="es-ES" dirty="0" err="1"/>
              <a:t>Dcoker</a:t>
            </a:r>
            <a:endParaRPr lang="es-MX" dirty="0"/>
          </a:p>
        </p:txBody>
      </p:sp>
      <p:sp>
        <p:nvSpPr>
          <p:cNvPr id="3" name="Subtítulo 2">
            <a:extLst>
              <a:ext uri="{FF2B5EF4-FFF2-40B4-BE49-F238E27FC236}">
                <a16:creationId xmlns:a16="http://schemas.microsoft.com/office/drawing/2014/main" id="{12360A8F-58EA-4C0F-83ED-EF60018FF9D6}"/>
              </a:ext>
            </a:extLst>
          </p:cNvPr>
          <p:cNvSpPr>
            <a:spLocks noGrp="1"/>
          </p:cNvSpPr>
          <p:nvPr>
            <p:ph type="subTitle" idx="1"/>
          </p:nvPr>
        </p:nvSpPr>
        <p:spPr>
          <a:xfrm>
            <a:off x="849086" y="1005841"/>
            <a:ext cx="10384972" cy="4140926"/>
          </a:xfrm>
        </p:spPr>
        <p:txBody>
          <a:bodyPr>
            <a:normAutofit/>
          </a:bodyPr>
          <a:lstStyle/>
          <a:p>
            <a:pPr algn="l">
              <a:buFont typeface="Arial" panose="020B0604020202020204" pitchFamily="34" charset="0"/>
              <a:buChar char="•"/>
            </a:pPr>
            <a:r>
              <a:rPr lang="en-US" sz="1800" b="0" i="0" u="none" strike="noStrike" dirty="0" err="1">
                <a:solidFill>
                  <a:srgbClr val="000000"/>
                </a:solidFill>
                <a:effectLst/>
                <a:latin typeface="Calibri" panose="020F0502020204030204" pitchFamily="34" charset="0"/>
              </a:rPr>
              <a:t>Instale</a:t>
            </a:r>
            <a:r>
              <a:rPr lang="en-US" sz="1800" b="0" i="0" u="none" strike="noStrike" dirty="0">
                <a:solidFill>
                  <a:srgbClr val="000000"/>
                </a:solidFill>
                <a:effectLst/>
                <a:latin typeface="Calibri" panose="020F0502020204030204" pitchFamily="34" charset="0"/>
              </a:rPr>
              <a:t> Docker e </a:t>
            </a:r>
            <a:r>
              <a:rPr lang="en-US" sz="1800" b="0" i="0" u="none" strike="noStrike" dirty="0" err="1">
                <a:solidFill>
                  <a:srgbClr val="000000"/>
                </a:solidFill>
                <a:effectLst/>
                <a:latin typeface="Calibri" panose="020F0502020204030204" pitchFamily="34" charset="0"/>
              </a:rPr>
              <a:t>inicie</a:t>
            </a:r>
            <a:r>
              <a:rPr lang="en-US" sz="1800" b="0" i="0" u="none" strike="noStrike" dirty="0">
                <a:solidFill>
                  <a:srgbClr val="000000"/>
                </a:solidFill>
                <a:effectLst/>
                <a:latin typeface="Calibri" panose="020F0502020204030204" pitchFamily="34" charset="0"/>
              </a:rPr>
              <a:t> el motor de </a:t>
            </a:r>
            <a:r>
              <a:rPr lang="en-US" sz="1800" b="0" i="0" u="none" strike="noStrike" dirty="0" err="1">
                <a:solidFill>
                  <a:srgbClr val="000000"/>
                </a:solidFill>
                <a:effectLst/>
                <a:latin typeface="Calibri" panose="020F0502020204030204" pitchFamily="34" charset="0"/>
              </a:rPr>
              <a:t>DockerOpen</a:t>
            </a:r>
            <a:r>
              <a:rPr lang="en-US" sz="1800" b="0" i="0" u="none" strike="noStrike" dirty="0">
                <a:solidFill>
                  <a:srgbClr val="000000"/>
                </a:solidFill>
                <a:effectLst/>
                <a:latin typeface="Calibri" panose="020F0502020204030204" pitchFamily="34" charset="0"/>
              </a:rPr>
              <a:t> a terminal session</a:t>
            </a:r>
            <a:endParaRPr lang="en-US" sz="1600" b="0" i="0" dirty="0">
              <a:solidFill>
                <a:srgbClr val="2F2F2F"/>
              </a:solidFill>
              <a:effectLst/>
              <a:latin typeface="Open Sans" panose="020B0606030504020204" pitchFamily="34" charset="0"/>
            </a:endParaRPr>
          </a:p>
          <a:p>
            <a:pPr algn="l">
              <a:buFont typeface="Arial" panose="020B0604020202020204" pitchFamily="34" charset="0"/>
              <a:buChar char="•"/>
            </a:pPr>
            <a:r>
              <a:rPr lang="es-ES" sz="1800" b="0" i="0" u="none" strike="noStrike" dirty="0">
                <a:solidFill>
                  <a:srgbClr val="000000"/>
                </a:solidFill>
                <a:effectLst/>
                <a:latin typeface="Calibri" panose="020F0502020204030204" pitchFamily="34" charset="0"/>
              </a:rPr>
              <a:t>Utilice el comando “Docker run” para iniciar una sesión de PowerShell interactiva con un contenedor iniciado desde la imagen especificada por </a:t>
            </a:r>
            <a:r>
              <a:rPr lang="en-US" sz="1800" b="1" i="0" u="none" strike="noStrike" dirty="0" err="1">
                <a:solidFill>
                  <a:srgbClr val="000000"/>
                </a:solidFill>
                <a:effectLst/>
                <a:latin typeface="Calibri" panose="020F0502020204030204" pitchFamily="34" charset="0"/>
              </a:rPr>
              <a:t>image_name:tag_name</a:t>
            </a:r>
            <a:r>
              <a:rPr lang="en-US" sz="1800" b="0" i="0" u="none" strike="noStrike" dirty="0">
                <a:solidFill>
                  <a:srgbClr val="000000"/>
                </a:solidFill>
                <a:effectLst/>
                <a:latin typeface="Calibri" panose="020F0502020204030204" pitchFamily="34" charset="0"/>
              </a:rPr>
              <a:t>:</a:t>
            </a:r>
            <a:endParaRPr lang="en-US" sz="1600" b="0" i="0" dirty="0">
              <a:solidFill>
                <a:srgbClr val="2F2F2F"/>
              </a:solidFill>
              <a:effectLst/>
              <a:latin typeface="Open Sans" panose="020B0606030504020204" pitchFamily="34" charset="0"/>
            </a:endParaRPr>
          </a:p>
          <a:p>
            <a:pPr algn="l"/>
            <a:r>
              <a:rPr lang="en-US" sz="1800" b="0" i="0" u="none" strike="noStrike" dirty="0">
                <a:solidFill>
                  <a:srgbClr val="000000"/>
                </a:solidFill>
                <a:effectLst/>
                <a:highlight>
                  <a:srgbClr val="808080"/>
                </a:highlight>
                <a:latin typeface="Calibri" panose="020F0502020204030204" pitchFamily="34" charset="0"/>
              </a:rPr>
              <a:t> $ docker run -it </a:t>
            </a:r>
            <a:r>
              <a:rPr lang="en-US" sz="1800" b="0" i="0" u="none" strike="noStrike" dirty="0" err="1">
                <a:solidFill>
                  <a:srgbClr val="000000"/>
                </a:solidFill>
                <a:effectLst/>
                <a:highlight>
                  <a:srgbClr val="808080"/>
                </a:highlight>
                <a:latin typeface="Calibri" panose="020F0502020204030204" pitchFamily="34" charset="0"/>
              </a:rPr>
              <a:t>image_name:tag_name</a:t>
            </a:r>
            <a:r>
              <a:rPr lang="en-US" sz="1800" b="0" i="0" u="none" strike="noStrike" dirty="0">
                <a:solidFill>
                  <a:srgbClr val="000000"/>
                </a:solidFill>
                <a:effectLst/>
                <a:highlight>
                  <a:srgbClr val="808080"/>
                </a:highlight>
                <a:latin typeface="Calibri" panose="020F0502020204030204" pitchFamily="34" charset="0"/>
              </a:rPr>
              <a:t> bash</a:t>
            </a:r>
            <a:endParaRPr lang="en-US" sz="1600" b="0" i="0" dirty="0">
              <a:solidFill>
                <a:srgbClr val="2F2F2F"/>
              </a:solidFill>
              <a:effectLst/>
              <a:highlight>
                <a:srgbClr val="808080"/>
              </a:highlight>
              <a:latin typeface="Open Sans" panose="020B0606030504020204" pitchFamily="34" charset="0"/>
            </a:endParaRPr>
          </a:p>
          <a:p>
            <a:pPr algn="l"/>
            <a:r>
              <a:rPr lang="es-ES" sz="1800" b="0" i="0" u="none" strike="noStrike" dirty="0">
                <a:solidFill>
                  <a:srgbClr val="000000"/>
                </a:solidFill>
                <a:effectLst/>
                <a:latin typeface="Calibri" panose="020F0502020204030204" pitchFamily="34" charset="0"/>
              </a:rPr>
              <a:t>Si omitimos el nombre de la etiqueta, Docker extrae automáticamente la versión de imagen más reciente, que se identifica con la etiqueta más reciente. Si Docker no puede encontrar la imagen localmente, extraerá lo que necesita para compilar el contenedor desde el repositorio apropiado en Docker Hub.</a:t>
            </a:r>
          </a:p>
          <a:p>
            <a:pPr algn="l"/>
            <a:r>
              <a:rPr lang="es-ES" sz="1800" b="0" i="0" u="none" strike="noStrike" dirty="0">
                <a:solidFill>
                  <a:srgbClr val="000000"/>
                </a:solidFill>
                <a:effectLst/>
                <a:latin typeface="Calibri" panose="020F0502020204030204" pitchFamily="34" charset="0"/>
              </a:rPr>
              <a:t>En nuestro ejemplo, lanzaremos un entorno de contenedor basado en la última versión de </a:t>
            </a:r>
            <a:r>
              <a:rPr lang="en-US" sz="1800" b="0" i="0" u="none" strike="noStrike" dirty="0">
                <a:solidFill>
                  <a:srgbClr val="000000"/>
                </a:solidFill>
                <a:effectLst/>
                <a:latin typeface="Calibri" panose="020F0502020204030204" pitchFamily="34" charset="0"/>
              </a:rPr>
              <a:t>Ubuntu:</a:t>
            </a:r>
          </a:p>
          <a:p>
            <a:pPr algn="l"/>
            <a:r>
              <a:rPr lang="es-MX" sz="1400" dirty="0">
                <a:solidFill>
                  <a:schemeClr val="bg2"/>
                </a:solidFill>
                <a:hlinkClick r:id="rId2">
                  <a:extLst>
                    <a:ext uri="{A12FA001-AC4F-418D-AE19-62706E023703}">
                      <ahyp:hlinkClr xmlns:ahyp="http://schemas.microsoft.com/office/drawing/2018/hyperlinkcolor" val="tx"/>
                    </a:ext>
                  </a:extLst>
                </a:hlinkClick>
              </a:rPr>
              <a:t>Ubuntu - </a:t>
            </a:r>
            <a:r>
              <a:rPr lang="es-MX" sz="1400" dirty="0" err="1">
                <a:solidFill>
                  <a:schemeClr val="bg2"/>
                </a:solidFill>
                <a:hlinkClick r:id="rId2">
                  <a:extLst>
                    <a:ext uri="{A12FA001-AC4F-418D-AE19-62706E023703}">
                      <ahyp:hlinkClr xmlns:ahyp="http://schemas.microsoft.com/office/drawing/2018/hyperlinkcolor" val="tx"/>
                    </a:ext>
                  </a:extLst>
                </a:hlinkClick>
              </a:rPr>
              <a:t>Official</a:t>
            </a:r>
            <a:r>
              <a:rPr lang="es-MX" sz="1400" dirty="0">
                <a:solidFill>
                  <a:schemeClr val="bg2"/>
                </a:solidFill>
                <a:hlinkClick r:id="rId2">
                  <a:extLst>
                    <a:ext uri="{A12FA001-AC4F-418D-AE19-62706E023703}">
                      <ahyp:hlinkClr xmlns:ahyp="http://schemas.microsoft.com/office/drawing/2018/hyperlinkcolor" val="tx"/>
                    </a:ext>
                  </a:extLst>
                </a:hlinkClick>
              </a:rPr>
              <a:t> </a:t>
            </a:r>
            <a:r>
              <a:rPr lang="es-MX" sz="1400" dirty="0" err="1">
                <a:solidFill>
                  <a:schemeClr val="bg2"/>
                </a:solidFill>
                <a:hlinkClick r:id="rId2">
                  <a:extLst>
                    <a:ext uri="{A12FA001-AC4F-418D-AE19-62706E023703}">
                      <ahyp:hlinkClr xmlns:ahyp="http://schemas.microsoft.com/office/drawing/2018/hyperlinkcolor" val="tx"/>
                    </a:ext>
                  </a:extLst>
                </a:hlinkClick>
              </a:rPr>
              <a:t>Image</a:t>
            </a:r>
            <a:r>
              <a:rPr lang="es-MX" sz="1400" dirty="0">
                <a:solidFill>
                  <a:schemeClr val="bg2"/>
                </a:solidFill>
                <a:hlinkClick r:id="rId2">
                  <a:extLst>
                    <a:ext uri="{A12FA001-AC4F-418D-AE19-62706E023703}">
                      <ahyp:hlinkClr xmlns:ahyp="http://schemas.microsoft.com/office/drawing/2018/hyperlinkcolor" val="tx"/>
                    </a:ext>
                  </a:extLst>
                </a:hlinkClick>
              </a:rPr>
              <a:t> | Docker Hub</a:t>
            </a:r>
            <a:endParaRPr lang="en-US" sz="1600" b="0" i="0" dirty="0">
              <a:solidFill>
                <a:schemeClr val="bg2"/>
              </a:solidFill>
              <a:effectLst/>
              <a:latin typeface="Open Sans" panose="020B0606030504020204" pitchFamily="34" charset="0"/>
            </a:endParaRPr>
          </a:p>
          <a:p>
            <a:pPr algn="l"/>
            <a:r>
              <a:rPr lang="en-US" sz="1800" b="0" i="0" u="none" strike="noStrike" dirty="0">
                <a:solidFill>
                  <a:srgbClr val="000000"/>
                </a:solidFill>
                <a:effectLst/>
                <a:highlight>
                  <a:srgbClr val="808080"/>
                </a:highlight>
                <a:latin typeface="Calibri" panose="020F0502020204030204" pitchFamily="34" charset="0"/>
              </a:rPr>
              <a:t> $ docker run -it ubuntu bash</a:t>
            </a:r>
            <a:endParaRPr lang="en-US" sz="1600" b="0" i="0" dirty="0">
              <a:solidFill>
                <a:srgbClr val="2F2F2F"/>
              </a:solidFill>
              <a:effectLst/>
              <a:highlight>
                <a:srgbClr val="808080"/>
              </a:highlight>
              <a:latin typeface="Open Sans" panose="020B0606030504020204" pitchFamily="34" charset="0"/>
            </a:endParaRPr>
          </a:p>
        </p:txBody>
      </p:sp>
    </p:spTree>
    <p:extLst>
      <p:ext uri="{BB962C8B-B14F-4D97-AF65-F5344CB8AC3E}">
        <p14:creationId xmlns:p14="http://schemas.microsoft.com/office/powerpoint/2010/main" val="331354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587145EB-CCDF-4C32-BD91-DA7591CFDFDA}"/>
              </a:ext>
            </a:extLst>
          </p:cNvPr>
          <p:cNvSpPr>
            <a:spLocks noGrp="1"/>
          </p:cNvSpPr>
          <p:nvPr>
            <p:ph type="subTitle" idx="1"/>
          </p:nvPr>
        </p:nvSpPr>
        <p:spPr>
          <a:xfrm>
            <a:off x="600891" y="326571"/>
            <a:ext cx="8895915" cy="5969726"/>
          </a:xfrm>
        </p:spPr>
        <p:txBody>
          <a:bodyPr/>
          <a:lstStyle/>
          <a:p>
            <a:pPr algn="l"/>
            <a:r>
              <a:rPr lang="es-ES" sz="1800" dirty="0">
                <a:solidFill>
                  <a:srgbClr val="000000"/>
                </a:solidFill>
                <a:latin typeface="Calibri" panose="020F0502020204030204" pitchFamily="34" charset="0"/>
              </a:rPr>
              <a:t>Ahora configure su entorno de contenedor, por ejemplo, instalando todos los marcos, dependencias, bibliotecas, actualizaciones y código de aplicación que necesite. En el ejemplo sencillo siguiente se agrega un servidor NGINX:</a:t>
            </a:r>
          </a:p>
          <a:p>
            <a:pPr algn="l"/>
            <a:r>
              <a:rPr lang="en-US" b="0" i="0" dirty="0">
                <a:solidFill>
                  <a:srgbClr val="000000"/>
                </a:solidFill>
                <a:effectLst/>
                <a:highlight>
                  <a:srgbClr val="808080"/>
                </a:highlight>
                <a:latin typeface="Calibri" panose="020F0502020204030204" pitchFamily="34" charset="0"/>
              </a:rPr>
              <a:t># apt-get update &amp;&amp; apt-get install -y </a:t>
            </a:r>
            <a:r>
              <a:rPr lang="en-US" b="0" i="0" dirty="0" err="1">
                <a:solidFill>
                  <a:srgbClr val="000000"/>
                </a:solidFill>
                <a:effectLst/>
                <a:highlight>
                  <a:srgbClr val="808080"/>
                </a:highlight>
                <a:latin typeface="Calibri" panose="020F0502020204030204" pitchFamily="34" charset="0"/>
              </a:rPr>
              <a:t>nginx</a:t>
            </a:r>
            <a:endParaRPr lang="en-US" b="0" i="0" dirty="0">
              <a:solidFill>
                <a:srgbClr val="000000"/>
              </a:solidFill>
              <a:effectLst/>
              <a:highlight>
                <a:srgbClr val="808080"/>
              </a:highlight>
              <a:latin typeface="Calibri" panose="020F0502020204030204" pitchFamily="34" charset="0"/>
            </a:endParaRPr>
          </a:p>
          <a:p>
            <a:pPr algn="l"/>
            <a:r>
              <a:rPr lang="es-ES" sz="1800" dirty="0">
                <a:solidFill>
                  <a:srgbClr val="000000"/>
                </a:solidFill>
                <a:latin typeface="Calibri" panose="020F0502020204030204" pitchFamily="34" charset="0"/>
              </a:rPr>
              <a:t>A continuación, deberá conocer el nombre o el identificador de la instancia de contenedor en ejecución.</a:t>
            </a:r>
          </a:p>
          <a:p>
            <a:pPr algn="l"/>
            <a:r>
              <a:rPr lang="es-ES" sz="1800" dirty="0">
                <a:solidFill>
                  <a:srgbClr val="000000"/>
                </a:solidFill>
                <a:latin typeface="Calibri" panose="020F0502020204030204" pitchFamily="34" charset="0"/>
              </a:rPr>
              <a:t>Abriendo otro PowerShell de </a:t>
            </a:r>
            <a:r>
              <a:rPr lang="es-ES" sz="1800" dirty="0" err="1">
                <a:solidFill>
                  <a:srgbClr val="000000"/>
                </a:solidFill>
                <a:latin typeface="Calibri" panose="020F0502020204030204" pitchFamily="34" charset="0"/>
              </a:rPr>
              <a:t>Bash</a:t>
            </a:r>
            <a:r>
              <a:rPr lang="es-ES" sz="1800" dirty="0">
                <a:solidFill>
                  <a:srgbClr val="000000"/>
                </a:solidFill>
                <a:latin typeface="Calibri" panose="020F0502020204030204" pitchFamily="34" charset="0"/>
              </a:rPr>
              <a:t> y escribe el siguiente comando: </a:t>
            </a:r>
            <a:r>
              <a:rPr lang="es-ES" sz="1800" dirty="0" err="1">
                <a:solidFill>
                  <a:srgbClr val="000000"/>
                </a:solidFill>
                <a:highlight>
                  <a:srgbClr val="808080"/>
                </a:highlight>
                <a:latin typeface="Calibri" panose="020F0502020204030204" pitchFamily="34" charset="0"/>
              </a:rPr>
              <a:t>docker</a:t>
            </a:r>
            <a:r>
              <a:rPr lang="es-ES" sz="1800" dirty="0">
                <a:solidFill>
                  <a:srgbClr val="000000"/>
                </a:solidFill>
                <a:highlight>
                  <a:srgbClr val="808080"/>
                </a:highlight>
                <a:latin typeface="Calibri" panose="020F0502020204030204" pitchFamily="34" charset="0"/>
              </a:rPr>
              <a:t> </a:t>
            </a:r>
            <a:r>
              <a:rPr lang="es-ES" sz="1800" dirty="0" err="1">
                <a:solidFill>
                  <a:srgbClr val="000000"/>
                </a:solidFill>
                <a:highlight>
                  <a:srgbClr val="808080"/>
                </a:highlight>
                <a:latin typeface="Calibri" panose="020F0502020204030204" pitchFamily="34" charset="0"/>
              </a:rPr>
              <a:t>ps</a:t>
            </a:r>
            <a:r>
              <a:rPr lang="es-ES" sz="1800" dirty="0">
                <a:solidFill>
                  <a:srgbClr val="000000"/>
                </a:solidFill>
                <a:highlight>
                  <a:srgbClr val="808080"/>
                </a:highlight>
                <a:latin typeface="Calibri" panose="020F0502020204030204" pitchFamily="34" charset="0"/>
              </a:rPr>
              <a:t> </a:t>
            </a:r>
            <a:r>
              <a:rPr lang="es-ES" sz="1800" dirty="0">
                <a:solidFill>
                  <a:srgbClr val="000000"/>
                </a:solidFill>
                <a:latin typeface="Calibri" panose="020F0502020204030204" pitchFamily="34" charset="0"/>
              </a:rPr>
              <a:t>para enumerar los procesos de contenedor activos:</a:t>
            </a:r>
          </a:p>
          <a:p>
            <a:pPr algn="l"/>
            <a:r>
              <a:rPr lang="es-MX" sz="1600" b="0" i="0" dirty="0">
                <a:solidFill>
                  <a:srgbClr val="000000"/>
                </a:solidFill>
                <a:effectLst/>
                <a:highlight>
                  <a:srgbClr val="808080"/>
                </a:highlight>
                <a:latin typeface="Calibri" panose="020F0502020204030204" pitchFamily="34" charset="0"/>
              </a:rPr>
              <a:t>$ </a:t>
            </a:r>
            <a:r>
              <a:rPr lang="es-MX" sz="1600" b="0" i="0" dirty="0" err="1">
                <a:solidFill>
                  <a:srgbClr val="000000"/>
                </a:solidFill>
                <a:effectLst/>
                <a:highlight>
                  <a:srgbClr val="808080"/>
                </a:highlight>
                <a:latin typeface="Calibri" panose="020F0502020204030204" pitchFamily="34" charset="0"/>
              </a:rPr>
              <a:t>docker</a:t>
            </a:r>
            <a:r>
              <a:rPr lang="es-MX" sz="1600" b="0" i="0" dirty="0">
                <a:solidFill>
                  <a:srgbClr val="000000"/>
                </a:solidFill>
                <a:effectLst/>
                <a:highlight>
                  <a:srgbClr val="808080"/>
                </a:highlight>
                <a:latin typeface="Calibri" panose="020F0502020204030204" pitchFamily="34" charset="0"/>
              </a:rPr>
              <a:t> </a:t>
            </a:r>
            <a:r>
              <a:rPr lang="es-MX" sz="1600" b="0" i="0" dirty="0" err="1">
                <a:solidFill>
                  <a:srgbClr val="000000"/>
                </a:solidFill>
                <a:effectLst/>
                <a:highlight>
                  <a:srgbClr val="808080"/>
                </a:highlight>
                <a:latin typeface="Calibri" panose="020F0502020204030204" pitchFamily="34" charset="0"/>
              </a:rPr>
              <a:t>ps</a:t>
            </a:r>
            <a:endParaRPr lang="es-ES" sz="1800" dirty="0">
              <a:solidFill>
                <a:srgbClr val="000000"/>
              </a:solidFill>
              <a:highlight>
                <a:srgbClr val="808080"/>
              </a:highlight>
              <a:latin typeface="Calibri" panose="020F0502020204030204" pitchFamily="34" charset="0"/>
            </a:endParaRPr>
          </a:p>
          <a:p>
            <a:pPr algn="l"/>
            <a:r>
              <a:rPr lang="es-ES" sz="1800" dirty="0">
                <a:solidFill>
                  <a:srgbClr val="000000"/>
                </a:solidFill>
                <a:latin typeface="Calibri" panose="020F0502020204030204" pitchFamily="34" charset="0"/>
              </a:rPr>
              <a:t>La salida de ejemplo muestra nuestro contenedor en ejecución con el ID e61e8081866d y el nombre </a:t>
            </a:r>
            <a:r>
              <a:rPr lang="es-ES" sz="1800" dirty="0" err="1">
                <a:solidFill>
                  <a:srgbClr val="000000"/>
                </a:solidFill>
                <a:latin typeface="Calibri" panose="020F0502020204030204" pitchFamily="34" charset="0"/>
              </a:rPr>
              <a:t>keen_gauss</a:t>
            </a:r>
            <a:r>
              <a:rPr lang="es-ES" sz="1800" dirty="0">
                <a:solidFill>
                  <a:srgbClr val="000000"/>
                </a:solidFill>
                <a:latin typeface="Calibri" panose="020F0502020204030204" pitchFamily="34" charset="0"/>
              </a:rPr>
              <a:t>:</a:t>
            </a:r>
          </a:p>
          <a:p>
            <a:pPr algn="l"/>
            <a:r>
              <a:rPr lang="en-US" sz="1800" b="0" i="0" u="none" strike="noStrike" dirty="0">
                <a:solidFill>
                  <a:srgbClr val="000000"/>
                </a:solidFill>
                <a:effectLst/>
                <a:highlight>
                  <a:srgbClr val="808080"/>
                </a:highlight>
                <a:latin typeface="Calibri" panose="020F0502020204030204" pitchFamily="34" charset="0"/>
              </a:rPr>
              <a:t>CONTAINER ID    IMAGE    COMMAND    CREATED          STATUS        PORTS    NAMES</a:t>
            </a:r>
            <a:endParaRPr lang="en-US" sz="1600" b="0" i="0" dirty="0">
              <a:solidFill>
                <a:srgbClr val="2F2F2F"/>
              </a:solidFill>
              <a:effectLst/>
              <a:highlight>
                <a:srgbClr val="808080"/>
              </a:highlight>
              <a:latin typeface="Open Sans" panose="020B0606030504020204" pitchFamily="34" charset="0"/>
            </a:endParaRPr>
          </a:p>
          <a:p>
            <a:pPr algn="l"/>
            <a:r>
              <a:rPr lang="en-US" sz="1800" b="0" i="0" u="none" strike="noStrike" dirty="0">
                <a:solidFill>
                  <a:srgbClr val="000000"/>
                </a:solidFill>
                <a:effectLst/>
                <a:highlight>
                  <a:srgbClr val="808080"/>
                </a:highlight>
                <a:latin typeface="Calibri" panose="020F0502020204030204" pitchFamily="34" charset="0"/>
              </a:rPr>
              <a:t>e61e8081866d    ubuntu    “bash”  2 minutes ago     Up 2 minutes         </a:t>
            </a:r>
            <a:r>
              <a:rPr lang="en-US" sz="1800" b="0" i="0" u="none" strike="noStrike" dirty="0" err="1">
                <a:solidFill>
                  <a:srgbClr val="000000"/>
                </a:solidFill>
                <a:effectLst/>
                <a:highlight>
                  <a:srgbClr val="808080"/>
                </a:highlight>
                <a:latin typeface="Calibri" panose="020F0502020204030204" pitchFamily="34" charset="0"/>
              </a:rPr>
              <a:t>keen_gauss</a:t>
            </a:r>
            <a:endParaRPr lang="en-US" sz="1600" b="0" i="0" dirty="0">
              <a:solidFill>
                <a:srgbClr val="2F2F2F"/>
              </a:solidFill>
              <a:effectLst/>
              <a:highlight>
                <a:srgbClr val="808080"/>
              </a:highlight>
              <a:latin typeface="Open Sans" panose="020B0606030504020204" pitchFamily="34" charset="0"/>
            </a:endParaRPr>
          </a:p>
          <a:p>
            <a:pPr algn="l"/>
            <a:r>
              <a:rPr lang="es-ES" sz="1800" dirty="0">
                <a:solidFill>
                  <a:srgbClr val="000000"/>
                </a:solidFill>
                <a:latin typeface="Calibri" panose="020F0502020204030204" pitchFamily="34" charset="0"/>
              </a:rPr>
              <a:t>Este nombre es generado aleatoriamente por Docker. Pero también puede identificar su contenedor con algo más significativo asignando su propio nombre utilizando el operador – </a:t>
            </a:r>
            <a:r>
              <a:rPr lang="es-ES" sz="1800" dirty="0" err="1">
                <a:solidFill>
                  <a:srgbClr val="000000"/>
                </a:solidFill>
                <a:highlight>
                  <a:srgbClr val="808080"/>
                </a:highlight>
                <a:latin typeface="Calibri" panose="020F0502020204030204" pitchFamily="34" charset="0"/>
              </a:rPr>
              <a:t>name</a:t>
            </a:r>
            <a:r>
              <a:rPr lang="es-ES" sz="1800" dirty="0">
                <a:solidFill>
                  <a:srgbClr val="000000"/>
                </a:solidFill>
                <a:latin typeface="Calibri" panose="020F0502020204030204" pitchFamily="34" charset="0"/>
              </a:rPr>
              <a:t> en el comando Docker run.</a:t>
            </a:r>
            <a:endParaRPr lang="es-MX" sz="18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671756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6E8F9FA4-EDB1-411B-8B98-DF313D54E802}"/>
              </a:ext>
            </a:extLst>
          </p:cNvPr>
          <p:cNvSpPr>
            <a:spLocks noGrp="1"/>
          </p:cNvSpPr>
          <p:nvPr>
            <p:ph type="subTitle" idx="1"/>
          </p:nvPr>
        </p:nvSpPr>
        <p:spPr>
          <a:xfrm>
            <a:off x="627017" y="509451"/>
            <a:ext cx="10894423" cy="5082987"/>
          </a:xfrm>
        </p:spPr>
        <p:txBody>
          <a:bodyPr/>
          <a:lstStyle/>
          <a:p>
            <a:pPr algn="l"/>
            <a:r>
              <a:rPr lang="es-ES" sz="1800" dirty="0">
                <a:solidFill>
                  <a:srgbClr val="000000"/>
                </a:solidFill>
                <a:latin typeface="Calibri" panose="020F0502020204030204" pitchFamily="34" charset="0"/>
              </a:rPr>
              <a:t>Guarda la imagen con el comando</a:t>
            </a:r>
            <a:r>
              <a:rPr lang="es-ES" b="0" i="0" dirty="0">
                <a:solidFill>
                  <a:srgbClr val="2F2F2F"/>
                </a:solidFill>
                <a:effectLst/>
                <a:latin typeface="Open Sans" panose="020B0606030504020204" pitchFamily="34" charset="0"/>
              </a:rPr>
              <a:t> </a:t>
            </a:r>
            <a:r>
              <a:rPr lang="en-US" sz="1800" b="1" dirty="0">
                <a:solidFill>
                  <a:srgbClr val="000000"/>
                </a:solidFill>
                <a:latin typeface="Calibri" panose="020F0502020204030204" pitchFamily="34" charset="0"/>
              </a:rPr>
              <a:t>Docker commit</a:t>
            </a:r>
            <a:r>
              <a:rPr lang="es-ES" b="0" i="0" dirty="0">
                <a:solidFill>
                  <a:srgbClr val="2F2F2F"/>
                </a:solidFill>
                <a:effectLst/>
                <a:latin typeface="Open Sans" panose="020B0606030504020204" pitchFamily="34" charset="0"/>
              </a:rPr>
              <a:t>, </a:t>
            </a:r>
            <a:r>
              <a:rPr lang="es-ES" sz="1800" dirty="0">
                <a:solidFill>
                  <a:srgbClr val="000000"/>
                </a:solidFill>
                <a:latin typeface="Calibri" panose="020F0502020204030204" pitchFamily="34" charset="0"/>
              </a:rPr>
              <a:t>especificando el ID o el nombre del contenedor del que desea crearlo:</a:t>
            </a:r>
            <a:endParaRPr lang="en-US" sz="1800" dirty="0">
              <a:solidFill>
                <a:srgbClr val="000000"/>
              </a:solidFill>
              <a:latin typeface="Calibri" panose="020F0502020204030204" pitchFamily="34" charset="0"/>
            </a:endParaRPr>
          </a:p>
          <a:p>
            <a:pPr algn="l"/>
            <a:r>
              <a:rPr lang="es-MX" b="0" i="0" dirty="0">
                <a:solidFill>
                  <a:srgbClr val="000000"/>
                </a:solidFill>
                <a:effectLst/>
                <a:highlight>
                  <a:srgbClr val="808080"/>
                </a:highlight>
                <a:latin typeface="Calibri" panose="020F0502020204030204" pitchFamily="34" charset="0"/>
              </a:rPr>
              <a:t> </a:t>
            </a:r>
            <a:r>
              <a:rPr lang="es-MX" b="0" i="0" dirty="0">
                <a:solidFill>
                  <a:schemeClr val="bg2"/>
                </a:solidFill>
                <a:effectLst/>
                <a:highlight>
                  <a:srgbClr val="808080"/>
                </a:highlight>
                <a:latin typeface="Calibri" panose="020F0502020204030204" pitchFamily="34" charset="0"/>
              </a:rPr>
              <a:t>$ </a:t>
            </a:r>
            <a:r>
              <a:rPr lang="es-MX" b="0" i="0" dirty="0" err="1">
                <a:solidFill>
                  <a:schemeClr val="bg2"/>
                </a:solidFill>
                <a:effectLst/>
                <a:highlight>
                  <a:srgbClr val="808080"/>
                </a:highlight>
                <a:latin typeface="Calibri" panose="020F0502020204030204" pitchFamily="34" charset="0"/>
              </a:rPr>
              <a:t>docker</a:t>
            </a:r>
            <a:r>
              <a:rPr lang="es-MX" b="0" i="0" dirty="0">
                <a:solidFill>
                  <a:schemeClr val="bg2"/>
                </a:solidFill>
                <a:effectLst/>
                <a:highlight>
                  <a:srgbClr val="808080"/>
                </a:highlight>
                <a:latin typeface="Calibri" panose="020F0502020204030204" pitchFamily="34" charset="0"/>
              </a:rPr>
              <a:t> </a:t>
            </a:r>
            <a:r>
              <a:rPr lang="es-MX" b="0" i="0" dirty="0" err="1">
                <a:solidFill>
                  <a:schemeClr val="bg2"/>
                </a:solidFill>
                <a:effectLst/>
                <a:highlight>
                  <a:srgbClr val="808080"/>
                </a:highlight>
                <a:latin typeface="Calibri" panose="020F0502020204030204" pitchFamily="34" charset="0"/>
              </a:rPr>
              <a:t>commit</a:t>
            </a:r>
            <a:r>
              <a:rPr lang="es-MX" b="0" i="0" dirty="0">
                <a:solidFill>
                  <a:schemeClr val="bg2"/>
                </a:solidFill>
                <a:effectLst/>
                <a:highlight>
                  <a:srgbClr val="808080"/>
                </a:highlight>
                <a:latin typeface="Calibri" panose="020F0502020204030204" pitchFamily="34" charset="0"/>
              </a:rPr>
              <a:t> </a:t>
            </a:r>
            <a:r>
              <a:rPr lang="es-MX" b="0" i="0" dirty="0" err="1">
                <a:solidFill>
                  <a:schemeClr val="bg2"/>
                </a:solidFill>
                <a:effectLst/>
                <a:highlight>
                  <a:srgbClr val="808080"/>
                </a:highlight>
                <a:latin typeface="Calibri" panose="020F0502020204030204" pitchFamily="34" charset="0"/>
              </a:rPr>
              <a:t>keen_gauss</a:t>
            </a:r>
            <a:r>
              <a:rPr lang="es-MX" b="0" i="0" dirty="0">
                <a:solidFill>
                  <a:schemeClr val="bg2"/>
                </a:solidFill>
                <a:effectLst/>
                <a:highlight>
                  <a:srgbClr val="808080"/>
                </a:highlight>
                <a:latin typeface="Calibri" panose="020F0502020204030204" pitchFamily="34" charset="0"/>
              </a:rPr>
              <a:t> </a:t>
            </a:r>
            <a:r>
              <a:rPr lang="es-MX" b="0" i="0" dirty="0" err="1">
                <a:solidFill>
                  <a:schemeClr val="bg2"/>
                </a:solidFill>
                <a:effectLst/>
                <a:highlight>
                  <a:srgbClr val="808080"/>
                </a:highlight>
                <a:latin typeface="Calibri" panose="020F0502020204030204" pitchFamily="34" charset="0"/>
              </a:rPr>
              <a:t>ubuntu_testbed</a:t>
            </a:r>
            <a:endParaRPr lang="es-MX" b="0" i="0" dirty="0">
              <a:solidFill>
                <a:schemeClr val="bg2"/>
              </a:solidFill>
              <a:effectLst/>
              <a:highlight>
                <a:srgbClr val="808080"/>
              </a:highlight>
              <a:latin typeface="Calibri" panose="020F0502020204030204" pitchFamily="34" charset="0"/>
            </a:endParaRPr>
          </a:p>
          <a:p>
            <a:pPr algn="l"/>
            <a:r>
              <a:rPr lang="es-ES" sz="1800" dirty="0">
                <a:solidFill>
                  <a:srgbClr val="000000"/>
                </a:solidFill>
                <a:latin typeface="Calibri" panose="020F0502020204030204" pitchFamily="34" charset="0"/>
              </a:rPr>
              <a:t>En el ejemplo anterior, proporcionamos el nombre de nuestro contenedor y llamamos a la imagen resultante </a:t>
            </a:r>
            <a:r>
              <a:rPr lang="es-ES" sz="1800" dirty="0" err="1">
                <a:solidFill>
                  <a:srgbClr val="000000"/>
                </a:solidFill>
                <a:latin typeface="Calibri" panose="020F0502020204030204" pitchFamily="34" charset="0"/>
              </a:rPr>
              <a:t>ubuntu_testbed</a:t>
            </a:r>
            <a:r>
              <a:rPr lang="es-ES" sz="1800" dirty="0">
                <a:solidFill>
                  <a:srgbClr val="000000"/>
                </a:solidFill>
                <a:latin typeface="Calibri" panose="020F0502020204030204" pitchFamily="34" charset="0"/>
              </a:rPr>
              <a:t>.</a:t>
            </a:r>
          </a:p>
          <a:p>
            <a:pPr algn="l"/>
            <a:r>
              <a:rPr lang="es-ES" sz="1800" dirty="0">
                <a:solidFill>
                  <a:srgbClr val="000000"/>
                </a:solidFill>
                <a:latin typeface="Calibri" panose="020F0502020204030204" pitchFamily="34" charset="0"/>
              </a:rPr>
              <a:t>Ahora, use el comando </a:t>
            </a:r>
            <a:r>
              <a:rPr lang="es-ES" sz="1800" dirty="0">
                <a:solidFill>
                  <a:srgbClr val="000000"/>
                </a:solidFill>
                <a:highlight>
                  <a:srgbClr val="808080"/>
                </a:highlight>
                <a:latin typeface="Calibri" panose="020F0502020204030204" pitchFamily="34" charset="0"/>
              </a:rPr>
              <a:t>Docker </a:t>
            </a:r>
            <a:r>
              <a:rPr lang="es-ES" sz="1800" dirty="0" err="1">
                <a:solidFill>
                  <a:srgbClr val="000000"/>
                </a:solidFill>
                <a:highlight>
                  <a:srgbClr val="808080"/>
                </a:highlight>
                <a:latin typeface="Calibri" panose="020F0502020204030204" pitchFamily="34" charset="0"/>
              </a:rPr>
              <a:t>images</a:t>
            </a:r>
            <a:r>
              <a:rPr lang="es-ES" sz="1800" dirty="0">
                <a:solidFill>
                  <a:srgbClr val="000000"/>
                </a:solidFill>
                <a:highlight>
                  <a:srgbClr val="808080"/>
                </a:highlight>
                <a:latin typeface="Calibri" panose="020F0502020204030204" pitchFamily="34" charset="0"/>
              </a:rPr>
              <a:t> </a:t>
            </a:r>
            <a:r>
              <a:rPr lang="es-ES" sz="1800" dirty="0">
                <a:solidFill>
                  <a:srgbClr val="000000"/>
                </a:solidFill>
                <a:latin typeface="Calibri" panose="020F0502020204030204" pitchFamily="34" charset="0"/>
              </a:rPr>
              <a:t>para ver la imagen que acaba de crear:</a:t>
            </a:r>
          </a:p>
          <a:p>
            <a:pPr algn="l"/>
            <a:r>
              <a:rPr lang="es-MX" dirty="0">
                <a:solidFill>
                  <a:schemeClr val="bg2"/>
                </a:solidFill>
                <a:highlight>
                  <a:srgbClr val="808080"/>
                </a:highlight>
                <a:latin typeface="Calibri" panose="020F0502020204030204" pitchFamily="34" charset="0"/>
              </a:rPr>
              <a:t>$ </a:t>
            </a:r>
            <a:r>
              <a:rPr lang="es-MX" dirty="0" err="1">
                <a:solidFill>
                  <a:schemeClr val="bg2"/>
                </a:solidFill>
                <a:highlight>
                  <a:srgbClr val="808080"/>
                </a:highlight>
                <a:latin typeface="Calibri" panose="020F0502020204030204" pitchFamily="34" charset="0"/>
              </a:rPr>
              <a:t>docker</a:t>
            </a:r>
            <a:r>
              <a:rPr lang="es-MX" dirty="0">
                <a:solidFill>
                  <a:schemeClr val="bg2"/>
                </a:solidFill>
                <a:highlight>
                  <a:srgbClr val="808080"/>
                </a:highlight>
                <a:latin typeface="Calibri" panose="020F0502020204030204" pitchFamily="34" charset="0"/>
              </a:rPr>
              <a:t> </a:t>
            </a:r>
            <a:r>
              <a:rPr lang="es-MX" dirty="0" err="1">
                <a:solidFill>
                  <a:schemeClr val="bg2"/>
                </a:solidFill>
                <a:highlight>
                  <a:srgbClr val="808080"/>
                </a:highlight>
                <a:latin typeface="Calibri" panose="020F0502020204030204" pitchFamily="34" charset="0"/>
              </a:rPr>
              <a:t>images</a:t>
            </a:r>
            <a:endParaRPr lang="es-ES" dirty="0">
              <a:solidFill>
                <a:schemeClr val="bg2"/>
              </a:solidFill>
              <a:highlight>
                <a:srgbClr val="808080"/>
              </a:highlight>
              <a:latin typeface="Calibri" panose="020F0502020204030204" pitchFamily="34" charset="0"/>
            </a:endParaRPr>
          </a:p>
          <a:p>
            <a:pPr algn="l"/>
            <a:r>
              <a:rPr lang="es-MX" sz="1800" dirty="0">
                <a:solidFill>
                  <a:srgbClr val="000000"/>
                </a:solidFill>
                <a:latin typeface="Calibri" panose="020F0502020204030204" pitchFamily="34" charset="0"/>
              </a:rPr>
              <a:t>La nueva imagen aparece en la lista de resultados</a:t>
            </a:r>
          </a:p>
          <a:p>
            <a:pPr algn="l"/>
            <a:r>
              <a:rPr lang="en-US" sz="1800" b="0" i="0" u="none" strike="noStrike" dirty="0">
                <a:solidFill>
                  <a:srgbClr val="000000"/>
                </a:solidFill>
                <a:effectLst/>
                <a:highlight>
                  <a:srgbClr val="808080"/>
                </a:highlight>
                <a:latin typeface="Calibri" panose="020F0502020204030204" pitchFamily="34" charset="0"/>
              </a:rPr>
              <a:t>REPOSITORY     TAG        IMAGE ID          CREATED            SIZE</a:t>
            </a:r>
            <a:br>
              <a:rPr lang="en-US" sz="1600" dirty="0">
                <a:highlight>
                  <a:srgbClr val="808080"/>
                </a:highlight>
              </a:rPr>
            </a:br>
            <a:r>
              <a:rPr lang="en-US" sz="1800" b="0" i="0" u="none" strike="noStrike" dirty="0">
                <a:solidFill>
                  <a:srgbClr val="000000"/>
                </a:solidFill>
                <a:effectLst/>
                <a:highlight>
                  <a:srgbClr val="808080"/>
                </a:highlight>
                <a:latin typeface="Calibri" panose="020F0502020204030204" pitchFamily="34" charset="0"/>
              </a:rPr>
              <a:t>ubuntu        latest      775349758637      5 minutes ago      64.2MB</a:t>
            </a:r>
            <a:endParaRPr lang="es-MX" sz="1800" dirty="0">
              <a:solidFill>
                <a:srgbClr val="000000"/>
              </a:solidFill>
              <a:highlight>
                <a:srgbClr val="808080"/>
              </a:highlight>
              <a:latin typeface="Calibri" panose="020F0502020204030204" pitchFamily="34" charset="0"/>
            </a:endParaRPr>
          </a:p>
          <a:p>
            <a:pPr algn="l"/>
            <a:r>
              <a:rPr lang="es-ES" sz="1800" dirty="0">
                <a:solidFill>
                  <a:srgbClr val="000000"/>
                </a:solidFill>
                <a:latin typeface="Calibri" panose="020F0502020204030204" pitchFamily="34" charset="0"/>
              </a:rPr>
              <a:t>Finalmente, regrese a la carcasa del contenedor interactivo y escriba </a:t>
            </a:r>
            <a:r>
              <a:rPr lang="es-ES" sz="1800" dirty="0" err="1">
                <a:solidFill>
                  <a:srgbClr val="000000"/>
                </a:solidFill>
                <a:latin typeface="Calibri" panose="020F0502020204030204" pitchFamily="34" charset="0"/>
              </a:rPr>
              <a:t>exit</a:t>
            </a:r>
            <a:r>
              <a:rPr lang="es-ES" sz="1800" dirty="0">
                <a:solidFill>
                  <a:srgbClr val="000000"/>
                </a:solidFill>
                <a:latin typeface="Calibri" panose="020F0502020204030204" pitchFamily="34" charset="0"/>
              </a:rPr>
              <a:t> para apagarlo.</a:t>
            </a:r>
          </a:p>
          <a:p>
            <a:pPr algn="l"/>
            <a:r>
              <a:rPr lang="es-ES" sz="1800" dirty="0">
                <a:solidFill>
                  <a:srgbClr val="000000"/>
                </a:solidFill>
                <a:highlight>
                  <a:srgbClr val="808080"/>
                </a:highlight>
                <a:latin typeface="Calibri" panose="020F0502020204030204" pitchFamily="34" charset="0"/>
              </a:rPr>
              <a:t># </a:t>
            </a:r>
            <a:r>
              <a:rPr lang="es-ES" sz="1800" dirty="0" err="1">
                <a:solidFill>
                  <a:srgbClr val="000000"/>
                </a:solidFill>
                <a:highlight>
                  <a:srgbClr val="808080"/>
                </a:highlight>
                <a:latin typeface="Calibri" panose="020F0502020204030204" pitchFamily="34" charset="0"/>
              </a:rPr>
              <a:t>exit</a:t>
            </a:r>
            <a:endParaRPr lang="es-MX" sz="1800" dirty="0">
              <a:solidFill>
                <a:srgbClr val="000000"/>
              </a:solidFill>
              <a:highlight>
                <a:srgbClr val="808080"/>
              </a:highlight>
              <a:latin typeface="Calibri" panose="020F0502020204030204" pitchFamily="34" charset="0"/>
            </a:endParaRPr>
          </a:p>
          <a:p>
            <a:pPr algn="l"/>
            <a:endParaRPr lang="es-MX" u="sng" dirty="0">
              <a:solidFill>
                <a:schemeClr val="bg2"/>
              </a:solidFill>
              <a:latin typeface="Calibri" panose="020F0502020204030204" pitchFamily="34" charset="0"/>
            </a:endParaRPr>
          </a:p>
          <a:p>
            <a:pPr algn="l"/>
            <a:endParaRPr lang="es-MX" dirty="0">
              <a:solidFill>
                <a:schemeClr val="bg2"/>
              </a:solidFill>
              <a:latin typeface="Calibri" panose="020F0502020204030204" pitchFamily="34" charset="0"/>
            </a:endParaRPr>
          </a:p>
        </p:txBody>
      </p:sp>
    </p:spTree>
    <p:extLst>
      <p:ext uri="{BB962C8B-B14F-4D97-AF65-F5344CB8AC3E}">
        <p14:creationId xmlns:p14="http://schemas.microsoft.com/office/powerpoint/2010/main" val="475429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DB7F3B01-4C91-46B4-9A85-D5444A7441C8}"/>
              </a:ext>
            </a:extLst>
          </p:cNvPr>
          <p:cNvSpPr>
            <a:spLocks noGrp="1" noChangeArrowheads="1"/>
          </p:cNvSpPr>
          <p:nvPr>
            <p:ph idx="1"/>
          </p:nvPr>
        </p:nvSpPr>
        <p:spPr bwMode="auto">
          <a:xfrm>
            <a:off x="822962" y="1524917"/>
            <a:ext cx="10502537" cy="5186035"/>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err="1">
                <a:ln>
                  <a:noFill/>
                </a:ln>
                <a:solidFill>
                  <a:srgbClr val="0A0A0A"/>
                </a:solidFill>
                <a:effectLst/>
                <a:latin typeface="Montserrat"/>
              </a:rPr>
              <a:t>Lifecycle</a:t>
            </a:r>
            <a:endParaRPr kumimoji="0" lang="es-MX" altLang="es-MX" sz="20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2"/>
              </a:rPr>
              <a:t>docker</a:t>
            </a:r>
            <a:r>
              <a:rPr kumimoji="0" lang="es-MX" altLang="es-MX" sz="2000" b="0" i="0" u="none" strike="noStrike" cap="none" normalizeH="0" baseline="0" dirty="0">
                <a:ln>
                  <a:noFill/>
                </a:ln>
                <a:solidFill>
                  <a:srgbClr val="C7254E"/>
                </a:solidFill>
                <a:effectLst/>
                <a:latin typeface="Menlo"/>
                <a:hlinkClick r:id="rId2"/>
              </a:rPr>
              <a:t> </a:t>
            </a:r>
            <a:r>
              <a:rPr kumimoji="0" lang="es-MX" altLang="es-MX" sz="2000" b="0" i="0" u="none" strike="noStrike" cap="none" normalizeH="0" baseline="0" dirty="0" err="1">
                <a:ln>
                  <a:noFill/>
                </a:ln>
                <a:solidFill>
                  <a:srgbClr val="C7254E"/>
                </a:solidFill>
                <a:effectLst/>
                <a:latin typeface="Menlo"/>
                <a:hlinkClick r:id="rId2"/>
              </a:rPr>
              <a:t>create</a:t>
            </a:r>
            <a:r>
              <a:rPr kumimoji="0" lang="es-MX" altLang="es-MX" sz="2000" b="0" i="0" u="none" strike="noStrike" cap="none" normalizeH="0" baseline="0" dirty="0">
                <a:ln>
                  <a:noFill/>
                </a:ln>
                <a:solidFill>
                  <a:srgbClr val="3D3D3D"/>
                </a:solidFill>
                <a:effectLst/>
                <a:latin typeface="Montserrat"/>
              </a:rPr>
              <a:t> crea un contenedor pero no lo comienza.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3"/>
              </a:rPr>
              <a:t>docker</a:t>
            </a:r>
            <a:r>
              <a:rPr kumimoji="0" lang="es-MX" altLang="es-MX" sz="2000" b="0" i="0" u="none" strike="noStrike" cap="none" normalizeH="0" baseline="0" dirty="0">
                <a:ln>
                  <a:noFill/>
                </a:ln>
                <a:solidFill>
                  <a:srgbClr val="C7254E"/>
                </a:solidFill>
                <a:effectLst/>
                <a:latin typeface="Menlo"/>
                <a:hlinkClick r:id="rId3"/>
              </a:rPr>
              <a:t> </a:t>
            </a:r>
            <a:r>
              <a:rPr kumimoji="0" lang="es-MX" altLang="es-MX" sz="2000" b="0" i="0" u="none" strike="noStrike" cap="none" normalizeH="0" baseline="0" dirty="0" err="1">
                <a:ln>
                  <a:noFill/>
                </a:ln>
                <a:solidFill>
                  <a:srgbClr val="C7254E"/>
                </a:solidFill>
                <a:effectLst/>
                <a:latin typeface="Menlo"/>
                <a:hlinkClick r:id="rId3"/>
              </a:rPr>
              <a:t>rename</a:t>
            </a:r>
            <a:r>
              <a:rPr kumimoji="0" lang="es-MX" altLang="es-MX" sz="2000" b="0" i="0" u="none" strike="noStrike" cap="none" normalizeH="0" baseline="0" dirty="0">
                <a:ln>
                  <a:noFill/>
                </a:ln>
                <a:solidFill>
                  <a:srgbClr val="3D3D3D"/>
                </a:solidFill>
                <a:effectLst/>
                <a:latin typeface="Montserrat"/>
              </a:rPr>
              <a:t> permite renombrar al contenedor.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4"/>
              </a:rPr>
              <a:t>docker</a:t>
            </a:r>
            <a:r>
              <a:rPr kumimoji="0" lang="es-MX" altLang="es-MX" sz="2000" b="0" i="0" u="none" strike="noStrike" cap="none" normalizeH="0" baseline="0" dirty="0">
                <a:ln>
                  <a:noFill/>
                </a:ln>
                <a:solidFill>
                  <a:srgbClr val="C7254E"/>
                </a:solidFill>
                <a:effectLst/>
                <a:latin typeface="Menlo"/>
                <a:hlinkClick r:id="rId4"/>
              </a:rPr>
              <a:t> run</a:t>
            </a:r>
            <a:r>
              <a:rPr kumimoji="0" lang="es-MX" altLang="es-MX" sz="2000" b="0" i="0" u="none" strike="noStrike" cap="none" normalizeH="0" baseline="0" dirty="0">
                <a:ln>
                  <a:noFill/>
                </a:ln>
                <a:solidFill>
                  <a:srgbClr val="3D3D3D"/>
                </a:solidFill>
                <a:effectLst/>
                <a:latin typeface="Montserrat"/>
              </a:rPr>
              <a:t> crea y comienza un contenedor en una operación.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5"/>
              </a:rPr>
              <a:t>docker</a:t>
            </a:r>
            <a:r>
              <a:rPr kumimoji="0" lang="es-MX" altLang="es-MX" sz="2000" b="0" i="0" u="none" strike="noStrike" cap="none" normalizeH="0" baseline="0" dirty="0">
                <a:ln>
                  <a:noFill/>
                </a:ln>
                <a:solidFill>
                  <a:srgbClr val="C7254E"/>
                </a:solidFill>
                <a:effectLst/>
                <a:latin typeface="Menlo"/>
                <a:hlinkClick r:id="rId5"/>
              </a:rPr>
              <a:t> </a:t>
            </a:r>
            <a:r>
              <a:rPr kumimoji="0" lang="es-MX" altLang="es-MX" sz="2000" b="0" i="0" u="none" strike="noStrike" cap="none" normalizeH="0" baseline="0" dirty="0" err="1">
                <a:ln>
                  <a:noFill/>
                </a:ln>
                <a:solidFill>
                  <a:srgbClr val="C7254E"/>
                </a:solidFill>
                <a:effectLst/>
                <a:latin typeface="Menlo"/>
                <a:hlinkClick r:id="rId5"/>
              </a:rPr>
              <a:t>rm</a:t>
            </a:r>
            <a:r>
              <a:rPr kumimoji="0" lang="es-MX" altLang="es-MX" sz="2000" b="0" i="0" u="none" strike="noStrike" cap="none" normalizeH="0" baseline="0" dirty="0">
                <a:ln>
                  <a:noFill/>
                </a:ln>
                <a:solidFill>
                  <a:srgbClr val="3D3D3D"/>
                </a:solidFill>
                <a:effectLst/>
                <a:latin typeface="Montserrat"/>
              </a:rPr>
              <a:t> borra un contenedor.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6"/>
              </a:rPr>
              <a:t>docker</a:t>
            </a:r>
            <a:r>
              <a:rPr kumimoji="0" lang="es-MX" altLang="es-MX" sz="2000" b="0" i="0" u="none" strike="noStrike" cap="none" normalizeH="0" baseline="0" dirty="0">
                <a:ln>
                  <a:noFill/>
                </a:ln>
                <a:solidFill>
                  <a:srgbClr val="C7254E"/>
                </a:solidFill>
                <a:effectLst/>
                <a:latin typeface="Menlo"/>
                <a:hlinkClick r:id="rId6"/>
              </a:rPr>
              <a:t> </a:t>
            </a:r>
            <a:r>
              <a:rPr kumimoji="0" lang="es-MX" altLang="es-MX" sz="2000" b="0" i="0" u="none" strike="noStrike" cap="none" normalizeH="0" baseline="0" dirty="0" err="1">
                <a:ln>
                  <a:noFill/>
                </a:ln>
                <a:solidFill>
                  <a:srgbClr val="C7254E"/>
                </a:solidFill>
                <a:effectLst/>
                <a:latin typeface="Menlo"/>
                <a:hlinkClick r:id="rId6"/>
              </a:rPr>
              <a:t>update</a:t>
            </a:r>
            <a:r>
              <a:rPr kumimoji="0" lang="es-MX" altLang="es-MX" sz="2000" b="0" i="0" u="none" strike="noStrike" cap="none" normalizeH="0" baseline="0" dirty="0">
                <a:ln>
                  <a:noFill/>
                </a:ln>
                <a:solidFill>
                  <a:srgbClr val="3D3D3D"/>
                </a:solidFill>
                <a:effectLst/>
                <a:latin typeface="Montserrat"/>
              </a:rPr>
              <a:t> actualiza los recursos limitados de un contenedor.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3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rgbClr val="0A0A0A"/>
                </a:solidFill>
                <a:effectLst/>
                <a:latin typeface="Montserrat"/>
              </a:rPr>
              <a:t>Comenzando y deteniendo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7"/>
              </a:rPr>
              <a:t>docker</a:t>
            </a:r>
            <a:r>
              <a:rPr kumimoji="0" lang="es-MX" altLang="es-MX" sz="2000" b="0" i="0" u="none" strike="noStrike" cap="none" normalizeH="0" baseline="0" dirty="0">
                <a:ln>
                  <a:noFill/>
                </a:ln>
                <a:solidFill>
                  <a:srgbClr val="C7254E"/>
                </a:solidFill>
                <a:effectLst/>
                <a:latin typeface="Menlo"/>
                <a:hlinkClick r:id="rId7"/>
              </a:rPr>
              <a:t> </a:t>
            </a:r>
            <a:r>
              <a:rPr kumimoji="0" lang="es-MX" altLang="es-MX" sz="2000" b="0" i="0" u="none" strike="noStrike" cap="none" normalizeH="0" baseline="0" dirty="0" err="1">
                <a:ln>
                  <a:noFill/>
                </a:ln>
                <a:solidFill>
                  <a:srgbClr val="C7254E"/>
                </a:solidFill>
                <a:effectLst/>
                <a:latin typeface="Menlo"/>
                <a:hlinkClick r:id="rId7"/>
              </a:rPr>
              <a:t>start</a:t>
            </a:r>
            <a:r>
              <a:rPr kumimoji="0" lang="es-MX" altLang="es-MX" sz="2000" b="0" i="0" u="none" strike="noStrike" cap="none" normalizeH="0" baseline="0" dirty="0">
                <a:ln>
                  <a:noFill/>
                </a:ln>
                <a:solidFill>
                  <a:srgbClr val="3D3D3D"/>
                </a:solidFill>
                <a:effectLst/>
                <a:latin typeface="Montserrat"/>
              </a:rPr>
              <a:t> comienza un contenedor si se cayó o salió.</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8"/>
              </a:rPr>
              <a:t>docker</a:t>
            </a:r>
            <a:r>
              <a:rPr kumimoji="0" lang="es-MX" altLang="es-MX" sz="2000" b="0" i="0" u="none" strike="noStrike" cap="none" normalizeH="0" baseline="0" dirty="0">
                <a:ln>
                  <a:noFill/>
                </a:ln>
                <a:solidFill>
                  <a:srgbClr val="C7254E"/>
                </a:solidFill>
                <a:effectLst/>
                <a:latin typeface="Menlo"/>
                <a:hlinkClick r:id="rId8"/>
              </a:rPr>
              <a:t> stop</a:t>
            </a:r>
            <a:r>
              <a:rPr kumimoji="0" lang="es-MX" altLang="es-MX" sz="2000" b="0" i="0" u="none" strike="noStrike" cap="none" normalizeH="0" baseline="0" dirty="0">
                <a:ln>
                  <a:noFill/>
                </a:ln>
                <a:solidFill>
                  <a:srgbClr val="3D3D3D"/>
                </a:solidFill>
                <a:effectLst/>
                <a:latin typeface="Montserrat"/>
              </a:rPr>
              <a:t> detiene un contenedor.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9"/>
              </a:rPr>
              <a:t>docker</a:t>
            </a:r>
            <a:r>
              <a:rPr kumimoji="0" lang="es-MX" altLang="es-MX" sz="2000" b="0" i="0" u="none" strike="noStrike" cap="none" normalizeH="0" baseline="0" dirty="0">
                <a:ln>
                  <a:noFill/>
                </a:ln>
                <a:solidFill>
                  <a:srgbClr val="C7254E"/>
                </a:solidFill>
                <a:effectLst/>
                <a:latin typeface="Menlo"/>
                <a:hlinkClick r:id="rId9"/>
              </a:rPr>
              <a:t> </a:t>
            </a:r>
            <a:r>
              <a:rPr kumimoji="0" lang="es-MX" altLang="es-MX" sz="2000" b="0" i="0" u="none" strike="noStrike" cap="none" normalizeH="0" baseline="0" dirty="0" err="1">
                <a:ln>
                  <a:noFill/>
                </a:ln>
                <a:solidFill>
                  <a:srgbClr val="C7254E"/>
                </a:solidFill>
                <a:effectLst/>
                <a:latin typeface="Menlo"/>
                <a:hlinkClick r:id="rId9"/>
              </a:rPr>
              <a:t>restart</a:t>
            </a:r>
            <a:r>
              <a:rPr kumimoji="0" lang="es-MX" altLang="es-MX" sz="2000" b="0" i="0" u="none" strike="noStrike" cap="none" normalizeH="0" baseline="0" dirty="0">
                <a:ln>
                  <a:noFill/>
                </a:ln>
                <a:solidFill>
                  <a:srgbClr val="3D3D3D"/>
                </a:solidFill>
                <a:effectLst/>
                <a:latin typeface="Montserrat"/>
              </a:rPr>
              <a:t> detiene y comienza un contenedor.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10"/>
              </a:rPr>
              <a:t>docker</a:t>
            </a:r>
            <a:r>
              <a:rPr kumimoji="0" lang="es-MX" altLang="es-MX" sz="2000" b="0" i="0" u="none" strike="noStrike" cap="none" normalizeH="0" baseline="0" dirty="0">
                <a:ln>
                  <a:noFill/>
                </a:ln>
                <a:solidFill>
                  <a:srgbClr val="C7254E"/>
                </a:solidFill>
                <a:effectLst/>
                <a:latin typeface="Menlo"/>
                <a:hlinkClick r:id="rId10"/>
              </a:rPr>
              <a:t> pause</a:t>
            </a:r>
            <a:r>
              <a:rPr kumimoji="0" lang="es-MX" altLang="es-MX" sz="2000" b="0" i="0" u="none" strike="noStrike" cap="none" normalizeH="0" baseline="0" dirty="0">
                <a:ln>
                  <a:noFill/>
                </a:ln>
                <a:solidFill>
                  <a:srgbClr val="3D3D3D"/>
                </a:solidFill>
                <a:effectLst/>
                <a:latin typeface="Montserrat"/>
              </a:rPr>
              <a:t> pausa un contenedor corriendo, “lo congela”.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11"/>
              </a:rPr>
              <a:t>docker</a:t>
            </a:r>
            <a:r>
              <a:rPr kumimoji="0" lang="es-MX" altLang="es-MX" sz="2000" b="0" i="0" u="none" strike="noStrike" cap="none" normalizeH="0" baseline="0" dirty="0">
                <a:ln>
                  <a:noFill/>
                </a:ln>
                <a:solidFill>
                  <a:srgbClr val="C7254E"/>
                </a:solidFill>
                <a:effectLst/>
                <a:latin typeface="Menlo"/>
                <a:hlinkClick r:id="rId11"/>
              </a:rPr>
              <a:t> </a:t>
            </a:r>
            <a:r>
              <a:rPr kumimoji="0" lang="es-MX" altLang="es-MX" sz="2000" b="0" i="0" u="none" strike="noStrike" cap="none" normalizeH="0" baseline="0" dirty="0" err="1">
                <a:ln>
                  <a:noFill/>
                </a:ln>
                <a:solidFill>
                  <a:srgbClr val="C7254E"/>
                </a:solidFill>
                <a:effectLst/>
                <a:latin typeface="Menlo"/>
                <a:hlinkClick r:id="rId11"/>
              </a:rPr>
              <a:t>unpause</a:t>
            </a:r>
            <a:r>
              <a:rPr kumimoji="0" lang="es-MX" altLang="es-MX" sz="2000" b="0" i="0" u="none" strike="noStrike" cap="none" normalizeH="0" baseline="0" dirty="0">
                <a:ln>
                  <a:noFill/>
                </a:ln>
                <a:solidFill>
                  <a:srgbClr val="3D3D3D"/>
                </a:solidFill>
                <a:effectLst/>
                <a:latin typeface="Montserrat"/>
              </a:rPr>
              <a:t> quita la pausa de un contenedor corriendo.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12"/>
              </a:rPr>
              <a:t>docker</a:t>
            </a:r>
            <a:r>
              <a:rPr kumimoji="0" lang="es-MX" altLang="es-MX" sz="2000" b="0" i="0" u="none" strike="noStrike" cap="none" normalizeH="0" baseline="0" dirty="0">
                <a:ln>
                  <a:noFill/>
                </a:ln>
                <a:solidFill>
                  <a:srgbClr val="C7254E"/>
                </a:solidFill>
                <a:effectLst/>
                <a:latin typeface="Menlo"/>
                <a:hlinkClick r:id="rId12"/>
              </a:rPr>
              <a:t> </a:t>
            </a:r>
            <a:r>
              <a:rPr kumimoji="0" lang="es-MX" altLang="es-MX" sz="2000" b="0" i="0" u="none" strike="noStrike" cap="none" normalizeH="0" baseline="0" dirty="0" err="1">
                <a:ln>
                  <a:noFill/>
                </a:ln>
                <a:solidFill>
                  <a:srgbClr val="C7254E"/>
                </a:solidFill>
                <a:effectLst/>
                <a:latin typeface="Menlo"/>
                <a:hlinkClick r:id="rId12"/>
              </a:rPr>
              <a:t>wait</a:t>
            </a:r>
            <a:r>
              <a:rPr kumimoji="0" lang="es-MX" altLang="es-MX" sz="2000" b="0" i="0" u="none" strike="noStrike" cap="none" normalizeH="0" baseline="0" dirty="0">
                <a:ln>
                  <a:noFill/>
                </a:ln>
                <a:solidFill>
                  <a:srgbClr val="3D3D3D"/>
                </a:solidFill>
                <a:effectLst/>
                <a:latin typeface="Montserrat"/>
              </a:rPr>
              <a:t> bloquea hasta que un contenedor corriendo se detiene.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13"/>
              </a:rPr>
              <a:t>docker</a:t>
            </a:r>
            <a:r>
              <a:rPr kumimoji="0" lang="es-MX" altLang="es-MX" sz="2000" b="0" i="0" u="none" strike="noStrike" cap="none" normalizeH="0" baseline="0" dirty="0">
                <a:ln>
                  <a:noFill/>
                </a:ln>
                <a:solidFill>
                  <a:srgbClr val="C7254E"/>
                </a:solidFill>
                <a:effectLst/>
                <a:latin typeface="Menlo"/>
                <a:hlinkClick r:id="rId13"/>
              </a:rPr>
              <a:t> </a:t>
            </a:r>
            <a:r>
              <a:rPr kumimoji="0" lang="es-MX" altLang="es-MX" sz="2000" b="0" i="0" u="none" strike="noStrike" cap="none" normalizeH="0" baseline="0" dirty="0" err="1">
                <a:ln>
                  <a:noFill/>
                </a:ln>
                <a:solidFill>
                  <a:srgbClr val="C7254E"/>
                </a:solidFill>
                <a:effectLst/>
                <a:latin typeface="Menlo"/>
                <a:hlinkClick r:id="rId13"/>
              </a:rPr>
              <a:t>kill</a:t>
            </a:r>
            <a:r>
              <a:rPr kumimoji="0" lang="es-MX" altLang="es-MX" sz="2000" b="0" i="0" u="none" strike="noStrike" cap="none" normalizeH="0" baseline="0" dirty="0">
                <a:ln>
                  <a:noFill/>
                </a:ln>
                <a:solidFill>
                  <a:srgbClr val="3D3D3D"/>
                </a:solidFill>
                <a:effectLst/>
                <a:latin typeface="Montserrat"/>
              </a:rPr>
              <a:t> envía una SIGKILL a un contenedor corriendo.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14"/>
              </a:rPr>
              <a:t>docker</a:t>
            </a:r>
            <a:r>
              <a:rPr kumimoji="0" lang="es-MX" altLang="es-MX" sz="2000" b="0" i="0" u="none" strike="noStrike" cap="none" normalizeH="0" baseline="0" dirty="0">
                <a:ln>
                  <a:noFill/>
                </a:ln>
                <a:solidFill>
                  <a:srgbClr val="C7254E"/>
                </a:solidFill>
                <a:effectLst/>
                <a:latin typeface="Menlo"/>
                <a:hlinkClick r:id="rId14"/>
              </a:rPr>
              <a:t> </a:t>
            </a:r>
            <a:r>
              <a:rPr kumimoji="0" lang="es-MX" altLang="es-MX" sz="2000" b="0" i="0" u="none" strike="noStrike" cap="none" normalizeH="0" baseline="0" dirty="0" err="1">
                <a:ln>
                  <a:noFill/>
                </a:ln>
                <a:solidFill>
                  <a:srgbClr val="C7254E"/>
                </a:solidFill>
                <a:effectLst/>
                <a:latin typeface="Menlo"/>
                <a:hlinkClick r:id="rId14"/>
              </a:rPr>
              <a:t>attach</a:t>
            </a:r>
            <a:r>
              <a:rPr kumimoji="0" lang="es-MX" altLang="es-MX" sz="2000" b="0" i="0" u="none" strike="noStrike" cap="none" normalizeH="0" baseline="0" dirty="0">
                <a:ln>
                  <a:noFill/>
                </a:ln>
                <a:solidFill>
                  <a:srgbClr val="3D3D3D"/>
                </a:solidFill>
                <a:effectLst/>
                <a:latin typeface="Montserrat"/>
              </a:rPr>
              <a:t> se conecta a un contenedor corriendo.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6" name="Título 1">
            <a:extLst>
              <a:ext uri="{FF2B5EF4-FFF2-40B4-BE49-F238E27FC236}">
                <a16:creationId xmlns:a16="http://schemas.microsoft.com/office/drawing/2014/main" id="{2619B3DA-BD1B-4346-9DE0-7E919C609947}"/>
              </a:ext>
            </a:extLst>
          </p:cNvPr>
          <p:cNvSpPr txBox="1">
            <a:spLocks/>
          </p:cNvSpPr>
          <p:nvPr/>
        </p:nvSpPr>
        <p:spPr bwMode="black">
          <a:xfrm>
            <a:off x="1600200" y="322813"/>
            <a:ext cx="8991600" cy="748341"/>
          </a:xfrm>
          <a:prstGeom prst="rect">
            <a:avLst/>
          </a:prstGeom>
          <a:solidFill>
            <a:srgbClr val="FFFFFF"/>
          </a:solidFill>
          <a:ln w="31750" cap="sq">
            <a:solidFill>
              <a:srgbClr val="404040"/>
            </a:solidFill>
            <a:miter lim="800000"/>
          </a:ln>
        </p:spPr>
        <p:txBody>
          <a:bodyPr vert="horz" lIns="182880" tIns="182880" rIns="182880" bIns="182880" rtlCol="0" anchor="ctr">
            <a:normAutofit fontScale="975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s-ES" dirty="0"/>
              <a:t>Comandos</a:t>
            </a:r>
            <a:endParaRPr lang="es-MX" dirty="0"/>
          </a:p>
        </p:txBody>
      </p:sp>
    </p:spTree>
    <p:extLst>
      <p:ext uri="{BB962C8B-B14F-4D97-AF65-F5344CB8AC3E}">
        <p14:creationId xmlns:p14="http://schemas.microsoft.com/office/powerpoint/2010/main" val="2934775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6AE2997-B746-42DC-848D-488B067E5EE5}"/>
              </a:ext>
            </a:extLst>
          </p:cNvPr>
          <p:cNvSpPr>
            <a:spLocks noGrp="1" noChangeArrowheads="1"/>
          </p:cNvSpPr>
          <p:nvPr>
            <p:ph idx="1"/>
          </p:nvPr>
        </p:nvSpPr>
        <p:spPr bwMode="auto">
          <a:xfrm>
            <a:off x="1045030" y="766732"/>
            <a:ext cx="9699400" cy="53245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err="1">
                <a:ln>
                  <a:noFill/>
                </a:ln>
                <a:solidFill>
                  <a:srgbClr val="0A0A0A"/>
                </a:solidFill>
                <a:effectLst/>
                <a:latin typeface="Montserrat"/>
              </a:rPr>
              <a:t>Info</a:t>
            </a:r>
            <a:endParaRPr kumimoji="0" lang="es-MX" altLang="es-MX" sz="20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2"/>
              </a:rPr>
              <a:t>docker</a:t>
            </a:r>
            <a:r>
              <a:rPr kumimoji="0" lang="es-MX" altLang="es-MX" sz="2000" b="0" i="0" u="none" strike="noStrike" cap="none" normalizeH="0" baseline="0" dirty="0">
                <a:ln>
                  <a:noFill/>
                </a:ln>
                <a:solidFill>
                  <a:srgbClr val="C7254E"/>
                </a:solidFill>
                <a:effectLst/>
                <a:latin typeface="Menlo"/>
                <a:hlinkClick r:id="rId2"/>
              </a:rPr>
              <a:t> </a:t>
            </a:r>
            <a:r>
              <a:rPr kumimoji="0" lang="es-MX" altLang="es-MX" sz="2000" b="0" i="0" u="none" strike="noStrike" cap="none" normalizeH="0" baseline="0" dirty="0" err="1">
                <a:ln>
                  <a:noFill/>
                </a:ln>
                <a:solidFill>
                  <a:srgbClr val="C7254E"/>
                </a:solidFill>
                <a:effectLst/>
                <a:latin typeface="Menlo"/>
                <a:hlinkClick r:id="rId2"/>
              </a:rPr>
              <a:t>ps</a:t>
            </a:r>
            <a:r>
              <a:rPr kumimoji="0" lang="es-MX" altLang="es-MX" sz="2000" b="0" i="0" u="none" strike="noStrike" cap="none" normalizeH="0" baseline="0" dirty="0">
                <a:ln>
                  <a:noFill/>
                </a:ln>
                <a:solidFill>
                  <a:srgbClr val="3D3D3D"/>
                </a:solidFill>
                <a:effectLst/>
                <a:latin typeface="Montserrat"/>
              </a:rPr>
              <a:t> muestra los contenedores corriendo.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3"/>
              </a:rPr>
              <a:t>docker</a:t>
            </a:r>
            <a:r>
              <a:rPr kumimoji="0" lang="es-MX" altLang="es-MX" sz="2000" b="0" i="0" u="none" strike="noStrike" cap="none" normalizeH="0" baseline="0" dirty="0">
                <a:ln>
                  <a:noFill/>
                </a:ln>
                <a:solidFill>
                  <a:srgbClr val="C7254E"/>
                </a:solidFill>
                <a:effectLst/>
                <a:latin typeface="Menlo"/>
                <a:hlinkClick r:id="rId3"/>
              </a:rPr>
              <a:t> logs</a:t>
            </a:r>
            <a:r>
              <a:rPr kumimoji="0" lang="es-MX" altLang="es-MX" sz="2000" b="0" i="0" u="none" strike="noStrike" cap="none" normalizeH="0" baseline="0" dirty="0">
                <a:ln>
                  <a:noFill/>
                </a:ln>
                <a:solidFill>
                  <a:srgbClr val="3D3D3D"/>
                </a:solidFill>
                <a:effectLst/>
                <a:latin typeface="Montserrat"/>
              </a:rPr>
              <a:t> obtiene logs de un container.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4"/>
              </a:rPr>
              <a:t>docker</a:t>
            </a:r>
            <a:r>
              <a:rPr kumimoji="0" lang="es-MX" altLang="es-MX" sz="2000" b="0" i="0" u="none" strike="noStrike" cap="none" normalizeH="0" baseline="0" dirty="0">
                <a:ln>
                  <a:noFill/>
                </a:ln>
                <a:solidFill>
                  <a:srgbClr val="C7254E"/>
                </a:solidFill>
                <a:effectLst/>
                <a:latin typeface="Menlo"/>
                <a:hlinkClick r:id="rId4"/>
              </a:rPr>
              <a:t> </a:t>
            </a:r>
            <a:r>
              <a:rPr kumimoji="0" lang="es-MX" altLang="es-MX" sz="2000" b="0" i="0" u="none" strike="noStrike" cap="none" normalizeH="0" baseline="0" dirty="0" err="1">
                <a:ln>
                  <a:noFill/>
                </a:ln>
                <a:solidFill>
                  <a:srgbClr val="C7254E"/>
                </a:solidFill>
                <a:effectLst/>
                <a:latin typeface="Menlo"/>
                <a:hlinkClick r:id="rId4"/>
              </a:rPr>
              <a:t>inspect</a:t>
            </a:r>
            <a:r>
              <a:rPr kumimoji="0" lang="es-MX" altLang="es-MX" sz="2000" b="0" i="0" u="none" strike="noStrike" cap="none" normalizeH="0" baseline="0" dirty="0">
                <a:ln>
                  <a:noFill/>
                </a:ln>
                <a:solidFill>
                  <a:srgbClr val="3D3D3D"/>
                </a:solidFill>
                <a:effectLst/>
                <a:latin typeface="Montserrat"/>
              </a:rPr>
              <a:t> observa toda la </a:t>
            </a:r>
            <a:r>
              <a:rPr kumimoji="0" lang="es-MX" altLang="es-MX" sz="2000" b="0" i="0" u="none" strike="noStrike" cap="none" normalizeH="0" baseline="0" dirty="0" err="1">
                <a:ln>
                  <a:noFill/>
                </a:ln>
                <a:solidFill>
                  <a:srgbClr val="3D3D3D"/>
                </a:solidFill>
                <a:effectLst/>
                <a:latin typeface="Montserrat"/>
              </a:rPr>
              <a:t>info</a:t>
            </a:r>
            <a:r>
              <a:rPr kumimoji="0" lang="es-MX" altLang="es-MX" sz="2000" b="0" i="0" u="none" strike="noStrike" cap="none" normalizeH="0" baseline="0" dirty="0">
                <a:ln>
                  <a:noFill/>
                </a:ln>
                <a:solidFill>
                  <a:srgbClr val="3D3D3D"/>
                </a:solidFill>
                <a:effectLst/>
                <a:latin typeface="Montserrat"/>
              </a:rPr>
              <a:t> en un contenedor.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5"/>
              </a:rPr>
              <a:t>docker</a:t>
            </a:r>
            <a:r>
              <a:rPr kumimoji="0" lang="es-MX" altLang="es-MX" sz="2000" b="0" i="0" u="none" strike="noStrike" cap="none" normalizeH="0" baseline="0" dirty="0">
                <a:ln>
                  <a:noFill/>
                </a:ln>
                <a:solidFill>
                  <a:srgbClr val="C7254E"/>
                </a:solidFill>
                <a:effectLst/>
                <a:latin typeface="Menlo"/>
                <a:hlinkClick r:id="rId5"/>
              </a:rPr>
              <a:t> </a:t>
            </a:r>
            <a:r>
              <a:rPr kumimoji="0" lang="es-MX" altLang="es-MX" sz="2000" b="0" i="0" u="none" strike="noStrike" cap="none" normalizeH="0" baseline="0" dirty="0" err="1">
                <a:ln>
                  <a:noFill/>
                </a:ln>
                <a:solidFill>
                  <a:srgbClr val="C7254E"/>
                </a:solidFill>
                <a:effectLst/>
                <a:latin typeface="Menlo"/>
                <a:hlinkClick r:id="rId5"/>
              </a:rPr>
              <a:t>events</a:t>
            </a:r>
            <a:r>
              <a:rPr kumimoji="0" lang="es-MX" altLang="es-MX" sz="2000" b="0" i="0" u="none" strike="noStrike" cap="none" normalizeH="0" baseline="0" dirty="0">
                <a:ln>
                  <a:noFill/>
                </a:ln>
                <a:solidFill>
                  <a:srgbClr val="3D3D3D"/>
                </a:solidFill>
                <a:effectLst/>
                <a:latin typeface="Montserrat"/>
              </a:rPr>
              <a:t> obtiene eventos de un contenedor.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6"/>
              </a:rPr>
              <a:t>docker</a:t>
            </a:r>
            <a:r>
              <a:rPr kumimoji="0" lang="es-MX" altLang="es-MX" sz="2000" b="0" i="0" u="none" strike="noStrike" cap="none" normalizeH="0" baseline="0" dirty="0">
                <a:ln>
                  <a:noFill/>
                </a:ln>
                <a:solidFill>
                  <a:srgbClr val="C7254E"/>
                </a:solidFill>
                <a:effectLst/>
                <a:latin typeface="Menlo"/>
                <a:hlinkClick r:id="rId6"/>
              </a:rPr>
              <a:t> </a:t>
            </a:r>
            <a:r>
              <a:rPr kumimoji="0" lang="es-MX" altLang="es-MX" sz="2000" b="0" i="0" u="none" strike="noStrike" cap="none" normalizeH="0" baseline="0" dirty="0" err="1">
                <a:ln>
                  <a:noFill/>
                </a:ln>
                <a:solidFill>
                  <a:srgbClr val="C7254E"/>
                </a:solidFill>
                <a:effectLst/>
                <a:latin typeface="Menlo"/>
                <a:hlinkClick r:id="rId6"/>
              </a:rPr>
              <a:t>port</a:t>
            </a:r>
            <a:r>
              <a:rPr kumimoji="0" lang="es-MX" altLang="es-MX" sz="2000" b="0" i="0" u="none" strike="noStrike" cap="none" normalizeH="0" baseline="0" dirty="0">
                <a:ln>
                  <a:noFill/>
                </a:ln>
                <a:solidFill>
                  <a:srgbClr val="3D3D3D"/>
                </a:solidFill>
                <a:effectLst/>
                <a:latin typeface="Montserrat"/>
              </a:rPr>
              <a:t> muestra el puerto publico de un contenedor.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7"/>
              </a:rPr>
              <a:t>docker</a:t>
            </a:r>
            <a:r>
              <a:rPr kumimoji="0" lang="es-MX" altLang="es-MX" sz="2000" b="0" i="0" u="none" strike="noStrike" cap="none" normalizeH="0" baseline="0" dirty="0">
                <a:ln>
                  <a:noFill/>
                </a:ln>
                <a:solidFill>
                  <a:srgbClr val="C7254E"/>
                </a:solidFill>
                <a:effectLst/>
                <a:latin typeface="Menlo"/>
                <a:hlinkClick r:id="rId7"/>
              </a:rPr>
              <a:t> top</a:t>
            </a:r>
            <a:r>
              <a:rPr kumimoji="0" lang="es-MX" altLang="es-MX" sz="2000" b="0" i="0" u="none" strike="noStrike" cap="none" normalizeH="0" baseline="0" dirty="0">
                <a:ln>
                  <a:noFill/>
                </a:ln>
                <a:solidFill>
                  <a:srgbClr val="3D3D3D"/>
                </a:solidFill>
                <a:effectLst/>
                <a:latin typeface="Montserrat"/>
              </a:rPr>
              <a:t> muestra los procesos corriendo en un contenedor.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8"/>
              </a:rPr>
              <a:t>docker</a:t>
            </a:r>
            <a:r>
              <a:rPr kumimoji="0" lang="es-MX" altLang="es-MX" sz="2000" b="0" i="0" u="none" strike="noStrike" cap="none" normalizeH="0" baseline="0" dirty="0">
                <a:ln>
                  <a:noFill/>
                </a:ln>
                <a:solidFill>
                  <a:srgbClr val="C7254E"/>
                </a:solidFill>
                <a:effectLst/>
                <a:latin typeface="Menlo"/>
                <a:hlinkClick r:id="rId8"/>
              </a:rPr>
              <a:t> </a:t>
            </a:r>
            <a:r>
              <a:rPr kumimoji="0" lang="es-MX" altLang="es-MX" sz="2000" b="0" i="0" u="none" strike="noStrike" cap="none" normalizeH="0" baseline="0" dirty="0" err="1">
                <a:ln>
                  <a:noFill/>
                </a:ln>
                <a:solidFill>
                  <a:srgbClr val="C7254E"/>
                </a:solidFill>
                <a:effectLst/>
                <a:latin typeface="Menlo"/>
                <a:hlinkClick r:id="rId8"/>
              </a:rPr>
              <a:t>stats</a:t>
            </a:r>
            <a:r>
              <a:rPr kumimoji="0" lang="es-MX" altLang="es-MX" sz="2000" b="0" i="0" u="none" strike="noStrike" cap="none" normalizeH="0" baseline="0" dirty="0">
                <a:ln>
                  <a:noFill/>
                </a:ln>
                <a:solidFill>
                  <a:srgbClr val="3D3D3D"/>
                </a:solidFill>
                <a:effectLst/>
                <a:latin typeface="Montserrat"/>
              </a:rPr>
              <a:t> muestra las </a:t>
            </a:r>
            <a:r>
              <a:rPr kumimoji="0" lang="es-MX" altLang="es-MX" sz="2000" b="0" i="0" u="none" strike="noStrike" cap="none" normalizeH="0" baseline="0" dirty="0" err="1">
                <a:ln>
                  <a:noFill/>
                </a:ln>
                <a:solidFill>
                  <a:srgbClr val="3D3D3D"/>
                </a:solidFill>
                <a:effectLst/>
                <a:latin typeface="Montserrat"/>
              </a:rPr>
              <a:t>estadisticas</a:t>
            </a:r>
            <a:r>
              <a:rPr kumimoji="0" lang="es-MX" altLang="es-MX" sz="2000" b="0" i="0" u="none" strike="noStrike" cap="none" normalizeH="0" baseline="0" dirty="0">
                <a:ln>
                  <a:noFill/>
                </a:ln>
                <a:solidFill>
                  <a:srgbClr val="3D3D3D"/>
                </a:solidFill>
                <a:effectLst/>
                <a:latin typeface="Montserrat"/>
              </a:rPr>
              <a:t> de recursos usados por contenedor.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err="1">
                <a:ln>
                  <a:noFill/>
                </a:ln>
                <a:solidFill>
                  <a:srgbClr val="C7254E"/>
                </a:solidFill>
                <a:effectLst/>
                <a:latin typeface="Menlo"/>
                <a:hlinkClick r:id="rId9"/>
              </a:rPr>
              <a:t>docker</a:t>
            </a:r>
            <a:r>
              <a:rPr kumimoji="0" lang="es-MX" altLang="es-MX" sz="2000" b="0" i="0" u="none" strike="noStrike" cap="none" normalizeH="0" baseline="0" dirty="0">
                <a:ln>
                  <a:noFill/>
                </a:ln>
                <a:solidFill>
                  <a:srgbClr val="C7254E"/>
                </a:solidFill>
                <a:effectLst/>
                <a:latin typeface="Menlo"/>
                <a:hlinkClick r:id="rId9"/>
              </a:rPr>
              <a:t> </a:t>
            </a:r>
            <a:r>
              <a:rPr kumimoji="0" lang="es-MX" altLang="es-MX" sz="2000" b="0" i="0" u="none" strike="noStrike" cap="none" normalizeH="0" baseline="0" dirty="0" err="1">
                <a:ln>
                  <a:noFill/>
                </a:ln>
                <a:solidFill>
                  <a:srgbClr val="C7254E"/>
                </a:solidFill>
                <a:effectLst/>
                <a:latin typeface="Menlo"/>
                <a:hlinkClick r:id="rId9"/>
              </a:rPr>
              <a:t>diff</a:t>
            </a:r>
            <a:r>
              <a:rPr kumimoji="0" lang="es-MX" altLang="es-MX" sz="2000" b="0" i="0" u="none" strike="noStrike" cap="none" normalizeH="0" baseline="0" dirty="0">
                <a:ln>
                  <a:noFill/>
                </a:ln>
                <a:solidFill>
                  <a:srgbClr val="3D3D3D"/>
                </a:solidFill>
                <a:effectLst/>
                <a:latin typeface="Montserrat"/>
              </a:rPr>
              <a:t> muestra los archivos cambiados en el FS del contenedor.</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err="1">
                <a:ln>
                  <a:noFill/>
                </a:ln>
                <a:solidFill>
                  <a:srgbClr val="C7254E"/>
                </a:solidFill>
                <a:effectLst/>
                <a:latin typeface="Menlo"/>
              </a:rPr>
              <a:t>docker</a:t>
            </a:r>
            <a:r>
              <a:rPr kumimoji="0" lang="es-MX" altLang="es-MX" sz="2000" b="0" i="0" u="none" strike="noStrike" cap="none" normalizeH="0" baseline="0" dirty="0">
                <a:ln>
                  <a:noFill/>
                </a:ln>
                <a:solidFill>
                  <a:srgbClr val="C7254E"/>
                </a:solidFill>
                <a:effectLst/>
                <a:latin typeface="Menlo"/>
              </a:rPr>
              <a:t> </a:t>
            </a:r>
            <a:r>
              <a:rPr kumimoji="0" lang="es-MX" altLang="es-MX" sz="2000" b="0" i="0" u="none" strike="noStrike" cap="none" normalizeH="0" baseline="0" dirty="0" err="1">
                <a:ln>
                  <a:noFill/>
                </a:ln>
                <a:solidFill>
                  <a:srgbClr val="C7254E"/>
                </a:solidFill>
                <a:effectLst/>
                <a:latin typeface="Menlo"/>
              </a:rPr>
              <a:t>ps</a:t>
            </a:r>
            <a:r>
              <a:rPr kumimoji="0" lang="es-MX" altLang="es-MX" sz="2000" b="0" i="0" u="none" strike="noStrike" cap="none" normalizeH="0" baseline="0" dirty="0">
                <a:ln>
                  <a:noFill/>
                </a:ln>
                <a:solidFill>
                  <a:srgbClr val="C7254E"/>
                </a:solidFill>
                <a:effectLst/>
                <a:latin typeface="Menlo"/>
              </a:rPr>
              <a:t> -a</a:t>
            </a:r>
            <a:r>
              <a:rPr kumimoji="0" lang="es-MX" altLang="es-MX" sz="2000" b="0" i="0" u="none" strike="noStrike" cap="none" normalizeH="0" baseline="0" dirty="0">
                <a:ln>
                  <a:noFill/>
                </a:ln>
                <a:solidFill>
                  <a:srgbClr val="3D3D3D"/>
                </a:solidFill>
                <a:effectLst/>
                <a:latin typeface="Montserrat"/>
              </a:rPr>
              <a:t>    muestra todos los contenedores corriendo y detenidos.</a:t>
            </a:r>
            <a:endParaRPr kumimoji="0" lang="es-MX" altLang="es-MX"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err="1">
                <a:ln>
                  <a:noFill/>
                </a:ln>
                <a:solidFill>
                  <a:srgbClr val="C7254E"/>
                </a:solidFill>
                <a:effectLst/>
                <a:latin typeface="Menlo"/>
              </a:rPr>
              <a:t>docker</a:t>
            </a:r>
            <a:r>
              <a:rPr kumimoji="0" lang="es-MX" altLang="es-MX" sz="2000" b="0" i="0" u="none" strike="noStrike" cap="none" normalizeH="0" baseline="0" dirty="0">
                <a:ln>
                  <a:noFill/>
                </a:ln>
                <a:solidFill>
                  <a:srgbClr val="C7254E"/>
                </a:solidFill>
                <a:effectLst/>
                <a:latin typeface="Menlo"/>
              </a:rPr>
              <a:t> </a:t>
            </a:r>
            <a:r>
              <a:rPr kumimoji="0" lang="es-MX" altLang="es-MX" sz="2000" b="0" i="0" u="none" strike="noStrike" cap="none" normalizeH="0" baseline="0" dirty="0" err="1">
                <a:ln>
                  <a:noFill/>
                </a:ln>
                <a:solidFill>
                  <a:srgbClr val="C7254E"/>
                </a:solidFill>
                <a:effectLst/>
                <a:latin typeface="Menlo"/>
              </a:rPr>
              <a:t>stats</a:t>
            </a:r>
            <a:r>
              <a:rPr kumimoji="0" lang="es-MX" altLang="es-MX" sz="2000" b="0" i="0" u="none" strike="noStrike" cap="none" normalizeH="0" baseline="0" dirty="0">
                <a:ln>
                  <a:noFill/>
                </a:ln>
                <a:solidFill>
                  <a:srgbClr val="C7254E"/>
                </a:solidFill>
                <a:effectLst/>
                <a:latin typeface="Menlo"/>
              </a:rPr>
              <a:t> --</a:t>
            </a:r>
            <a:r>
              <a:rPr kumimoji="0" lang="es-MX" altLang="es-MX" sz="2000" b="0" i="0" u="none" strike="noStrike" cap="none" normalizeH="0" baseline="0" dirty="0" err="1">
                <a:ln>
                  <a:noFill/>
                </a:ln>
                <a:solidFill>
                  <a:srgbClr val="C7254E"/>
                </a:solidFill>
                <a:effectLst/>
                <a:latin typeface="Menlo"/>
              </a:rPr>
              <a:t>all</a:t>
            </a:r>
            <a:r>
              <a:rPr kumimoji="0" lang="es-MX" altLang="es-MX" sz="2000" b="0" i="0" u="none" strike="noStrike" cap="none" normalizeH="0" baseline="0" dirty="0">
                <a:ln>
                  <a:noFill/>
                </a:ln>
                <a:solidFill>
                  <a:srgbClr val="3D3D3D"/>
                </a:solidFill>
                <a:effectLst/>
                <a:latin typeface="Montserrat"/>
              </a:rPr>
              <a:t> muestra una lista de los contenedores corriendo.</a:t>
            </a:r>
            <a:endParaRPr kumimoji="0" lang="es-MX" altLang="es-MX" sz="20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rgbClr val="0A0A0A"/>
                </a:solidFill>
                <a:effectLst/>
                <a:latin typeface="Montserrat"/>
              </a:rPr>
              <a:t>Redes</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solidFill>
                  <a:srgbClr val="3D3D3D"/>
                </a:solidFill>
                <a:effectLst/>
                <a:latin typeface="Montserrat"/>
              </a:rPr>
              <a:t>Docker tiene una función de redes. No mucho se sabe sobre él, así que éste es un buen lugar para ampliar la hoja del </a:t>
            </a:r>
            <a:r>
              <a:rPr kumimoji="0" lang="es-MX" altLang="es-MX" sz="2000" b="0" i="0" u="none" strike="noStrike" cap="none" normalizeH="0" baseline="0" dirty="0" err="1">
                <a:ln>
                  <a:noFill/>
                </a:ln>
                <a:solidFill>
                  <a:srgbClr val="3D3D3D"/>
                </a:solidFill>
                <a:effectLst/>
                <a:latin typeface="Montserrat"/>
              </a:rPr>
              <a:t>cheat</a:t>
            </a:r>
            <a:r>
              <a:rPr kumimoji="0" lang="es-MX" altLang="es-MX" sz="2000" b="0" i="0" u="none" strike="noStrike" cap="none" normalizeH="0" baseline="0" dirty="0">
                <a:ln>
                  <a:noFill/>
                </a:ln>
                <a:solidFill>
                  <a:srgbClr val="3D3D3D"/>
                </a:solidFill>
                <a:effectLst/>
                <a:latin typeface="Montserra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solidFill>
                  <a:srgbClr val="3D3D3D"/>
                </a:solidFill>
                <a:effectLst/>
                <a:latin typeface="Montserrat"/>
              </a:rPr>
              <a:t>Hay una nota diciendo que es una buena manera de configurar los contenedores </a:t>
            </a:r>
            <a:r>
              <a:rPr kumimoji="0" lang="es-MX" altLang="es-MX" sz="2000" b="0" i="0" u="none" strike="noStrike" cap="none" normalizeH="0" baseline="0" dirty="0" err="1">
                <a:ln>
                  <a:noFill/>
                </a:ln>
                <a:solidFill>
                  <a:srgbClr val="3D3D3D"/>
                </a:solidFill>
                <a:effectLst/>
                <a:latin typeface="Montserrat"/>
              </a:rPr>
              <a:t>docker</a:t>
            </a:r>
            <a:r>
              <a:rPr kumimoji="0" lang="es-MX" altLang="es-MX" sz="2000" b="0" i="0" u="none" strike="noStrike" cap="none" normalizeH="0" baseline="0" dirty="0">
                <a:ln>
                  <a:noFill/>
                </a:ln>
                <a:solidFill>
                  <a:srgbClr val="3D3D3D"/>
                </a:solidFill>
                <a:effectLst/>
                <a:latin typeface="Montserrat"/>
              </a:rPr>
              <a:t> para que hablen entre ellos sin usar puertos. </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solidFill>
                  <a:srgbClr val="3D3D3D"/>
                </a:solidFill>
                <a:effectLst/>
                <a:latin typeface="Montserrat"/>
              </a:rPr>
              <a:t>Consulte cómo trabajar con redes para obtener más detalles.</a:t>
            </a:r>
            <a:endParaRPr kumimoji="0" lang="es-MX" altLang="es-MX"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94243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D662E5AD-3554-459C-B259-D7C152671CDB}"/>
              </a:ext>
            </a:extLst>
          </p:cNvPr>
          <p:cNvSpPr>
            <a:spLocks noChangeArrowheads="1"/>
          </p:cNvSpPr>
          <p:nvPr/>
        </p:nvSpPr>
        <p:spPr bwMode="auto">
          <a:xfrm>
            <a:off x="940526" y="652281"/>
            <a:ext cx="9405257" cy="6032421"/>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err="1">
                <a:ln>
                  <a:noFill/>
                </a:ln>
                <a:solidFill>
                  <a:srgbClr val="0A0A0A"/>
                </a:solidFill>
                <a:effectLst/>
                <a:latin typeface="Montserrat"/>
              </a:rPr>
              <a:t>Lifecycle</a:t>
            </a:r>
            <a:endParaRPr kumimoji="0" lang="es-MX" altLang="es-MX" sz="16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2"/>
              </a:rPr>
              <a:t>docker</a:t>
            </a:r>
            <a:r>
              <a:rPr kumimoji="0" lang="es-MX" altLang="es-MX" sz="1600" b="0" i="0" u="none" strike="noStrike" cap="none" normalizeH="0" baseline="0" dirty="0">
                <a:ln>
                  <a:noFill/>
                </a:ln>
                <a:solidFill>
                  <a:srgbClr val="C7254E"/>
                </a:solidFill>
                <a:effectLst/>
                <a:latin typeface="Menlo"/>
                <a:hlinkClick r:id="rId2"/>
              </a:rPr>
              <a:t> </a:t>
            </a:r>
            <a:r>
              <a:rPr kumimoji="0" lang="es-MX" altLang="es-MX" sz="1600" b="0" i="0" u="none" strike="noStrike" cap="none" normalizeH="0" baseline="0" dirty="0" err="1">
                <a:ln>
                  <a:noFill/>
                </a:ln>
                <a:solidFill>
                  <a:srgbClr val="C7254E"/>
                </a:solidFill>
                <a:effectLst/>
                <a:latin typeface="Menlo"/>
                <a:hlinkClick r:id="rId2"/>
              </a:rPr>
              <a:t>network</a:t>
            </a:r>
            <a:r>
              <a:rPr kumimoji="0" lang="es-MX" altLang="es-MX" sz="1600" b="0" i="0" u="none" strike="noStrike" cap="none" normalizeH="0" baseline="0" dirty="0">
                <a:ln>
                  <a:noFill/>
                </a:ln>
                <a:solidFill>
                  <a:srgbClr val="C7254E"/>
                </a:solidFill>
                <a:effectLst/>
                <a:latin typeface="Menlo"/>
                <a:hlinkClick r:id="rId2"/>
              </a:rPr>
              <a:t> </a:t>
            </a:r>
            <a:r>
              <a:rPr kumimoji="0" lang="es-MX" altLang="es-MX" sz="1600" b="0" i="0" u="none" strike="noStrike" cap="none" normalizeH="0" baseline="0" dirty="0" err="1">
                <a:ln>
                  <a:noFill/>
                </a:ln>
                <a:solidFill>
                  <a:srgbClr val="C7254E"/>
                </a:solidFill>
                <a:effectLst/>
                <a:latin typeface="Menlo"/>
                <a:hlinkClick r:id="rId2"/>
              </a:rPr>
              <a:t>create</a:t>
            </a:r>
            <a:endParaRPr kumimoji="0" lang="es-MX" altLang="es-MX" sz="1600" b="0" i="0" u="none" strike="noStrike" cap="none" normalizeH="0" baseline="0" dirty="0">
              <a:ln>
                <a:noFill/>
              </a:ln>
              <a:solidFill>
                <a:srgbClr val="3D3D3D"/>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3"/>
              </a:rPr>
              <a:t>docker</a:t>
            </a:r>
            <a:r>
              <a:rPr kumimoji="0" lang="es-MX" altLang="es-MX" sz="1600" b="0" i="0" u="none" strike="noStrike" cap="none" normalizeH="0" baseline="0" dirty="0">
                <a:ln>
                  <a:noFill/>
                </a:ln>
                <a:solidFill>
                  <a:srgbClr val="C7254E"/>
                </a:solidFill>
                <a:effectLst/>
                <a:latin typeface="Menlo"/>
                <a:hlinkClick r:id="rId3"/>
              </a:rPr>
              <a:t> </a:t>
            </a:r>
            <a:r>
              <a:rPr kumimoji="0" lang="es-MX" altLang="es-MX" sz="1600" b="0" i="0" u="none" strike="noStrike" cap="none" normalizeH="0" baseline="0" dirty="0" err="1">
                <a:ln>
                  <a:noFill/>
                </a:ln>
                <a:solidFill>
                  <a:srgbClr val="C7254E"/>
                </a:solidFill>
                <a:effectLst/>
                <a:latin typeface="Menlo"/>
                <a:hlinkClick r:id="rId3"/>
              </a:rPr>
              <a:t>network</a:t>
            </a:r>
            <a:r>
              <a:rPr kumimoji="0" lang="es-MX" altLang="es-MX" sz="1600" b="0" i="0" u="none" strike="noStrike" cap="none" normalizeH="0" baseline="0" dirty="0">
                <a:ln>
                  <a:noFill/>
                </a:ln>
                <a:solidFill>
                  <a:srgbClr val="C7254E"/>
                </a:solidFill>
                <a:effectLst/>
                <a:latin typeface="Menlo"/>
                <a:hlinkClick r:id="rId3"/>
              </a:rPr>
              <a:t> </a:t>
            </a:r>
            <a:r>
              <a:rPr kumimoji="0" lang="es-MX" altLang="es-MX" sz="1600" b="0" i="0" u="none" strike="noStrike" cap="none" normalizeH="0" baseline="0" dirty="0" err="1">
                <a:ln>
                  <a:noFill/>
                </a:ln>
                <a:solidFill>
                  <a:srgbClr val="C7254E"/>
                </a:solidFill>
                <a:effectLst/>
                <a:latin typeface="Menlo"/>
                <a:hlinkClick r:id="rId3"/>
              </a:rPr>
              <a:t>rm</a:t>
            </a:r>
            <a:endParaRPr kumimoji="0" lang="es-MX" altLang="es-MX" sz="1600" b="0" i="0" u="none" strike="noStrike" cap="none" normalizeH="0" baseline="0" dirty="0">
              <a:ln>
                <a:noFill/>
              </a:ln>
              <a:solidFill>
                <a:srgbClr val="3D3D3D"/>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err="1">
                <a:ln>
                  <a:noFill/>
                </a:ln>
                <a:solidFill>
                  <a:srgbClr val="0A0A0A"/>
                </a:solidFill>
                <a:effectLst/>
                <a:latin typeface="Montserrat"/>
              </a:rPr>
              <a:t>Info</a:t>
            </a:r>
            <a:endParaRPr kumimoji="0" lang="es-MX" altLang="es-MX" sz="16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4"/>
              </a:rPr>
              <a:t>docker</a:t>
            </a:r>
            <a:r>
              <a:rPr kumimoji="0" lang="es-MX" altLang="es-MX" sz="1600" b="0" i="0" u="none" strike="noStrike" cap="none" normalizeH="0" baseline="0" dirty="0">
                <a:ln>
                  <a:noFill/>
                </a:ln>
                <a:solidFill>
                  <a:srgbClr val="C7254E"/>
                </a:solidFill>
                <a:effectLst/>
                <a:latin typeface="Menlo"/>
                <a:hlinkClick r:id="rId4"/>
              </a:rPr>
              <a:t> </a:t>
            </a:r>
            <a:r>
              <a:rPr kumimoji="0" lang="es-MX" altLang="es-MX" sz="1600" b="0" i="0" u="none" strike="noStrike" cap="none" normalizeH="0" baseline="0" dirty="0" err="1">
                <a:ln>
                  <a:noFill/>
                </a:ln>
                <a:solidFill>
                  <a:srgbClr val="C7254E"/>
                </a:solidFill>
                <a:effectLst/>
                <a:latin typeface="Menlo"/>
                <a:hlinkClick r:id="rId4"/>
              </a:rPr>
              <a:t>network</a:t>
            </a:r>
            <a:r>
              <a:rPr kumimoji="0" lang="es-MX" altLang="es-MX" sz="1600" b="0" i="0" u="none" strike="noStrike" cap="none" normalizeH="0" baseline="0" dirty="0">
                <a:ln>
                  <a:noFill/>
                </a:ln>
                <a:solidFill>
                  <a:srgbClr val="C7254E"/>
                </a:solidFill>
                <a:effectLst/>
                <a:latin typeface="Menlo"/>
                <a:hlinkClick r:id="rId4"/>
              </a:rPr>
              <a:t> </a:t>
            </a:r>
            <a:r>
              <a:rPr kumimoji="0" lang="es-MX" altLang="es-MX" sz="1600" b="0" i="0" u="none" strike="noStrike" cap="none" normalizeH="0" baseline="0" dirty="0" err="1">
                <a:ln>
                  <a:noFill/>
                </a:ln>
                <a:solidFill>
                  <a:srgbClr val="C7254E"/>
                </a:solidFill>
                <a:effectLst/>
                <a:latin typeface="Menlo"/>
                <a:hlinkClick r:id="rId4"/>
              </a:rPr>
              <a:t>ls</a:t>
            </a:r>
            <a:endParaRPr kumimoji="0" lang="es-MX" altLang="es-MX" sz="1600" b="0" i="0" u="none" strike="noStrike" cap="none" normalizeH="0" baseline="0" dirty="0">
              <a:ln>
                <a:noFill/>
              </a:ln>
              <a:solidFill>
                <a:srgbClr val="3D3D3D"/>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5"/>
              </a:rPr>
              <a:t>docker</a:t>
            </a:r>
            <a:r>
              <a:rPr kumimoji="0" lang="es-MX" altLang="es-MX" sz="1600" b="0" i="0" u="none" strike="noStrike" cap="none" normalizeH="0" baseline="0" dirty="0">
                <a:ln>
                  <a:noFill/>
                </a:ln>
                <a:solidFill>
                  <a:srgbClr val="C7254E"/>
                </a:solidFill>
                <a:effectLst/>
                <a:latin typeface="Menlo"/>
                <a:hlinkClick r:id="rId5"/>
              </a:rPr>
              <a:t> </a:t>
            </a:r>
            <a:r>
              <a:rPr kumimoji="0" lang="es-MX" altLang="es-MX" sz="1600" b="0" i="0" u="none" strike="noStrike" cap="none" normalizeH="0" baseline="0" dirty="0" err="1">
                <a:ln>
                  <a:noFill/>
                </a:ln>
                <a:solidFill>
                  <a:srgbClr val="C7254E"/>
                </a:solidFill>
                <a:effectLst/>
                <a:latin typeface="Menlo"/>
                <a:hlinkClick r:id="rId5"/>
              </a:rPr>
              <a:t>network</a:t>
            </a:r>
            <a:r>
              <a:rPr kumimoji="0" lang="es-MX" altLang="es-MX" sz="1600" b="0" i="0" u="none" strike="noStrike" cap="none" normalizeH="0" baseline="0" dirty="0">
                <a:ln>
                  <a:noFill/>
                </a:ln>
                <a:solidFill>
                  <a:srgbClr val="C7254E"/>
                </a:solidFill>
                <a:effectLst/>
                <a:latin typeface="Menlo"/>
                <a:hlinkClick r:id="rId5"/>
              </a:rPr>
              <a:t> </a:t>
            </a:r>
            <a:r>
              <a:rPr kumimoji="0" lang="es-MX" altLang="es-MX" sz="1600" b="0" i="0" u="none" strike="noStrike" cap="none" normalizeH="0" baseline="0" dirty="0" err="1">
                <a:ln>
                  <a:noFill/>
                </a:ln>
                <a:solidFill>
                  <a:srgbClr val="C7254E"/>
                </a:solidFill>
                <a:effectLst/>
                <a:latin typeface="Menlo"/>
                <a:hlinkClick r:id="rId5"/>
              </a:rPr>
              <a:t>inspect</a:t>
            </a:r>
            <a:endParaRPr kumimoji="0" lang="es-MX" altLang="es-MX" sz="1600" b="0" i="0" u="none" strike="noStrike" cap="none" normalizeH="0" baseline="0" dirty="0">
              <a:ln>
                <a:noFill/>
              </a:ln>
              <a:solidFill>
                <a:srgbClr val="3D3D3D"/>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err="1">
                <a:ln>
                  <a:noFill/>
                </a:ln>
                <a:solidFill>
                  <a:srgbClr val="0A0A0A"/>
                </a:solidFill>
                <a:effectLst/>
                <a:latin typeface="Montserrat"/>
              </a:rPr>
              <a:t>Connection</a:t>
            </a:r>
            <a:endParaRPr kumimoji="0" lang="es-MX" altLang="es-MX" sz="16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6"/>
              </a:rPr>
              <a:t>docker</a:t>
            </a:r>
            <a:r>
              <a:rPr kumimoji="0" lang="es-MX" altLang="es-MX" sz="1600" b="0" i="0" u="none" strike="noStrike" cap="none" normalizeH="0" baseline="0" dirty="0">
                <a:ln>
                  <a:noFill/>
                </a:ln>
                <a:solidFill>
                  <a:srgbClr val="C7254E"/>
                </a:solidFill>
                <a:effectLst/>
                <a:latin typeface="Menlo"/>
                <a:hlinkClick r:id="rId6"/>
              </a:rPr>
              <a:t> </a:t>
            </a:r>
            <a:r>
              <a:rPr kumimoji="0" lang="es-MX" altLang="es-MX" sz="1600" b="0" i="0" u="none" strike="noStrike" cap="none" normalizeH="0" baseline="0" dirty="0" err="1">
                <a:ln>
                  <a:noFill/>
                </a:ln>
                <a:solidFill>
                  <a:srgbClr val="C7254E"/>
                </a:solidFill>
                <a:effectLst/>
                <a:latin typeface="Menlo"/>
                <a:hlinkClick r:id="rId6"/>
              </a:rPr>
              <a:t>network</a:t>
            </a:r>
            <a:r>
              <a:rPr kumimoji="0" lang="es-MX" altLang="es-MX" sz="1600" b="0" i="0" u="none" strike="noStrike" cap="none" normalizeH="0" baseline="0" dirty="0">
                <a:ln>
                  <a:noFill/>
                </a:ln>
                <a:solidFill>
                  <a:srgbClr val="C7254E"/>
                </a:solidFill>
                <a:effectLst/>
                <a:latin typeface="Menlo"/>
                <a:hlinkClick r:id="rId6"/>
              </a:rPr>
              <a:t> </a:t>
            </a:r>
            <a:r>
              <a:rPr kumimoji="0" lang="es-MX" altLang="es-MX" sz="1600" b="0" i="0" u="none" strike="noStrike" cap="none" normalizeH="0" baseline="0" dirty="0" err="1">
                <a:ln>
                  <a:noFill/>
                </a:ln>
                <a:solidFill>
                  <a:srgbClr val="C7254E"/>
                </a:solidFill>
                <a:effectLst/>
                <a:latin typeface="Menlo"/>
                <a:hlinkClick r:id="rId6"/>
              </a:rPr>
              <a:t>connect</a:t>
            </a:r>
            <a:endParaRPr kumimoji="0" lang="es-MX" altLang="es-MX" sz="1600" b="0" i="0" u="none" strike="noStrike" cap="none" normalizeH="0" baseline="0" dirty="0">
              <a:ln>
                <a:noFill/>
              </a:ln>
              <a:solidFill>
                <a:srgbClr val="3D3D3D"/>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7"/>
              </a:rPr>
              <a:t>docker</a:t>
            </a:r>
            <a:r>
              <a:rPr kumimoji="0" lang="es-MX" altLang="es-MX" sz="1600" b="0" i="0" u="none" strike="noStrike" cap="none" normalizeH="0" baseline="0" dirty="0">
                <a:ln>
                  <a:noFill/>
                </a:ln>
                <a:solidFill>
                  <a:srgbClr val="C7254E"/>
                </a:solidFill>
                <a:effectLst/>
                <a:latin typeface="Menlo"/>
                <a:hlinkClick r:id="rId7"/>
              </a:rPr>
              <a:t> </a:t>
            </a:r>
            <a:r>
              <a:rPr kumimoji="0" lang="es-MX" altLang="es-MX" sz="1600" b="0" i="0" u="none" strike="noStrike" cap="none" normalizeH="0" baseline="0" dirty="0" err="1">
                <a:ln>
                  <a:noFill/>
                </a:ln>
                <a:solidFill>
                  <a:srgbClr val="C7254E"/>
                </a:solidFill>
                <a:effectLst/>
                <a:latin typeface="Menlo"/>
                <a:hlinkClick r:id="rId7"/>
              </a:rPr>
              <a:t>network</a:t>
            </a:r>
            <a:r>
              <a:rPr kumimoji="0" lang="es-MX" altLang="es-MX" sz="1600" b="0" i="0" u="none" strike="noStrike" cap="none" normalizeH="0" baseline="0" dirty="0">
                <a:ln>
                  <a:noFill/>
                </a:ln>
                <a:solidFill>
                  <a:srgbClr val="C7254E"/>
                </a:solidFill>
                <a:effectLst/>
                <a:latin typeface="Menlo"/>
                <a:hlinkClick r:id="rId7"/>
              </a:rPr>
              <a:t> </a:t>
            </a:r>
            <a:r>
              <a:rPr kumimoji="0" lang="es-MX" altLang="es-MX" sz="1600" b="0" i="0" u="none" strike="noStrike" cap="none" normalizeH="0" baseline="0" dirty="0" err="1">
                <a:ln>
                  <a:noFill/>
                </a:ln>
                <a:solidFill>
                  <a:srgbClr val="C7254E"/>
                </a:solidFill>
                <a:effectLst/>
                <a:latin typeface="Menlo"/>
                <a:hlinkClick r:id="rId7"/>
              </a:rPr>
              <a:t>disconnect</a:t>
            </a:r>
            <a:endParaRPr kumimoji="0" lang="es-MX" altLang="es-MX" sz="1600" b="0" i="0" u="none" strike="noStrike" cap="none" normalizeH="0" baseline="0" dirty="0">
              <a:ln>
                <a:noFill/>
              </a:ln>
              <a:solidFill>
                <a:srgbClr val="3D3D3D"/>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6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err="1">
                <a:ln>
                  <a:noFill/>
                </a:ln>
                <a:solidFill>
                  <a:srgbClr val="0A0A0A"/>
                </a:solidFill>
                <a:effectLst/>
                <a:latin typeface="Montserrat"/>
              </a:rPr>
              <a:t>Images</a:t>
            </a:r>
            <a:endParaRPr kumimoji="0" lang="es-MX" altLang="es-MX" sz="16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0" i="0" u="none" strike="noStrike" cap="none" normalizeH="0" baseline="0" dirty="0" err="1">
                <a:ln>
                  <a:noFill/>
                </a:ln>
                <a:solidFill>
                  <a:srgbClr val="3D3D3D"/>
                </a:solidFill>
                <a:effectLst/>
                <a:latin typeface="Montserrat"/>
              </a:rPr>
              <a:t>Images</a:t>
            </a:r>
            <a:r>
              <a:rPr kumimoji="0" lang="es-MX" altLang="es-MX" sz="1600" b="0" i="0" u="none" strike="noStrike" cap="none" normalizeH="0" baseline="0" dirty="0">
                <a:ln>
                  <a:noFill/>
                </a:ln>
                <a:solidFill>
                  <a:srgbClr val="3D3D3D"/>
                </a:solidFill>
                <a:effectLst/>
                <a:latin typeface="Montserrat"/>
              </a:rPr>
              <a:t> son solo </a:t>
            </a:r>
            <a:r>
              <a:rPr kumimoji="0" lang="es-MX" altLang="es-MX" sz="1600" b="0" i="0" u="none" strike="noStrike" cap="none" normalizeH="0" baseline="0" dirty="0" err="1">
                <a:ln>
                  <a:noFill/>
                </a:ln>
                <a:solidFill>
                  <a:srgbClr val="3D3D3D"/>
                </a:solidFill>
                <a:effectLst/>
                <a:latin typeface="Montserrat"/>
              </a:rPr>
              <a:t>templates</a:t>
            </a:r>
            <a:r>
              <a:rPr kumimoji="0" lang="es-MX" altLang="es-MX" sz="1600" b="0" i="0" u="none" strike="noStrike" cap="none" normalizeH="0" baseline="0" dirty="0">
                <a:ln>
                  <a:noFill/>
                </a:ln>
                <a:solidFill>
                  <a:srgbClr val="3D3D3D"/>
                </a:solidFill>
                <a:effectLst/>
                <a:latin typeface="Montserrat"/>
              </a:rPr>
              <a:t> para contenedores de </a:t>
            </a:r>
            <a:r>
              <a:rPr kumimoji="0" lang="es-MX" altLang="es-MX" sz="1600" b="0" i="0" u="none" strike="noStrike" cap="none" normalizeH="0" baseline="0" dirty="0" err="1">
                <a:ln>
                  <a:noFill/>
                </a:ln>
                <a:solidFill>
                  <a:srgbClr val="3D3D3D"/>
                </a:solidFill>
                <a:effectLst/>
                <a:latin typeface="Montserrat"/>
              </a:rPr>
              <a:t>docker</a:t>
            </a:r>
            <a:r>
              <a:rPr kumimoji="0" lang="es-MX" altLang="es-MX" sz="1600" b="0" i="0" u="none" strike="noStrike" cap="none" normalizeH="0" baseline="0" dirty="0">
                <a:ln>
                  <a:noFill/>
                </a:ln>
                <a:solidFill>
                  <a:srgbClr val="3D3D3D"/>
                </a:solidFill>
                <a:effectLst/>
                <a:latin typeface="Montserrat"/>
              </a:rPr>
              <a:t>.</a:t>
            </a:r>
            <a:endParaRPr kumimoji="0" lang="es-MX" altLang="es-MX" sz="16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err="1">
                <a:ln>
                  <a:noFill/>
                </a:ln>
                <a:solidFill>
                  <a:srgbClr val="0A0A0A"/>
                </a:solidFill>
                <a:effectLst/>
                <a:latin typeface="Montserrat"/>
              </a:rPr>
              <a:t>Lifecycle</a:t>
            </a:r>
            <a:endParaRPr kumimoji="0" lang="es-MX" altLang="es-MX" sz="16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8"/>
              </a:rPr>
              <a:t>docker</a:t>
            </a:r>
            <a:r>
              <a:rPr kumimoji="0" lang="es-MX" altLang="es-MX" sz="1600" b="0" i="0" u="none" strike="noStrike" cap="none" normalizeH="0" baseline="0" dirty="0">
                <a:ln>
                  <a:noFill/>
                </a:ln>
                <a:solidFill>
                  <a:srgbClr val="C7254E"/>
                </a:solidFill>
                <a:effectLst/>
                <a:latin typeface="Menlo"/>
                <a:hlinkClick r:id="rId8"/>
              </a:rPr>
              <a:t> </a:t>
            </a:r>
            <a:r>
              <a:rPr kumimoji="0" lang="es-MX" altLang="es-MX" sz="1600" b="0" i="0" u="none" strike="noStrike" cap="none" normalizeH="0" baseline="0" dirty="0" err="1">
                <a:ln>
                  <a:noFill/>
                </a:ln>
                <a:solidFill>
                  <a:srgbClr val="C7254E"/>
                </a:solidFill>
                <a:effectLst/>
                <a:latin typeface="Menlo"/>
                <a:hlinkClick r:id="rId8"/>
              </a:rPr>
              <a:t>images</a:t>
            </a:r>
            <a:r>
              <a:rPr kumimoji="0" lang="es-MX" altLang="es-MX" sz="1600" b="0" i="0" u="none" strike="noStrike" cap="none" normalizeH="0" baseline="0" dirty="0">
                <a:ln>
                  <a:noFill/>
                </a:ln>
                <a:solidFill>
                  <a:srgbClr val="3D3D3D"/>
                </a:solidFill>
                <a:effectLst/>
                <a:latin typeface="Montserrat"/>
              </a:rPr>
              <a:t> muestra todas las </a:t>
            </a:r>
            <a:r>
              <a:rPr kumimoji="0" lang="es-MX" altLang="es-MX" sz="1600" b="0" i="0" u="none" strike="noStrike" cap="none" normalizeH="0" baseline="0" dirty="0" err="1">
                <a:ln>
                  <a:noFill/>
                </a:ln>
                <a:solidFill>
                  <a:srgbClr val="3D3D3D"/>
                </a:solidFill>
                <a:effectLst/>
                <a:latin typeface="Montserrat"/>
              </a:rPr>
              <a:t>imagenes</a:t>
            </a:r>
            <a:endParaRPr kumimoji="0" lang="es-MX" altLang="es-MX" sz="1600" b="0" i="0" u="none" strike="noStrike" cap="none" normalizeH="0" baseline="0" dirty="0">
              <a:ln>
                <a:noFill/>
              </a:ln>
              <a:solidFill>
                <a:srgbClr val="3D3D3D"/>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9"/>
              </a:rPr>
              <a:t>docker</a:t>
            </a:r>
            <a:r>
              <a:rPr kumimoji="0" lang="es-MX" altLang="es-MX" sz="1600" b="0" i="0" u="none" strike="noStrike" cap="none" normalizeH="0" baseline="0" dirty="0">
                <a:ln>
                  <a:noFill/>
                </a:ln>
                <a:solidFill>
                  <a:srgbClr val="C7254E"/>
                </a:solidFill>
                <a:effectLst/>
                <a:latin typeface="Menlo"/>
                <a:hlinkClick r:id="rId9"/>
              </a:rPr>
              <a:t> </a:t>
            </a:r>
            <a:r>
              <a:rPr kumimoji="0" lang="es-MX" altLang="es-MX" sz="1600" b="0" i="0" u="none" strike="noStrike" cap="none" normalizeH="0" baseline="0" dirty="0" err="1">
                <a:ln>
                  <a:noFill/>
                </a:ln>
                <a:solidFill>
                  <a:srgbClr val="C7254E"/>
                </a:solidFill>
                <a:effectLst/>
                <a:latin typeface="Menlo"/>
                <a:hlinkClick r:id="rId9"/>
              </a:rPr>
              <a:t>import</a:t>
            </a:r>
            <a:r>
              <a:rPr kumimoji="0" lang="es-MX" altLang="es-MX" sz="1600" b="0" i="0" u="none" strike="noStrike" cap="none" normalizeH="0" baseline="0" dirty="0">
                <a:ln>
                  <a:noFill/>
                </a:ln>
                <a:solidFill>
                  <a:srgbClr val="3D3D3D"/>
                </a:solidFill>
                <a:effectLst/>
                <a:latin typeface="Montserrat"/>
              </a:rPr>
              <a:t> crea una imagen de un </a:t>
            </a:r>
            <a:r>
              <a:rPr kumimoji="0" lang="es-MX" altLang="es-MX" sz="1600" b="0" i="0" u="none" strike="noStrike" cap="none" normalizeH="0" baseline="0" dirty="0" err="1">
                <a:ln>
                  <a:noFill/>
                </a:ln>
                <a:solidFill>
                  <a:srgbClr val="3D3D3D"/>
                </a:solidFill>
                <a:effectLst/>
                <a:latin typeface="Montserrat"/>
              </a:rPr>
              <a:t>tarball</a:t>
            </a:r>
            <a:r>
              <a:rPr kumimoji="0" lang="es-MX" altLang="es-MX" sz="1600" b="0" i="0" u="none" strike="noStrike" cap="none" normalizeH="0" baseline="0" dirty="0">
                <a:ln>
                  <a:noFill/>
                </a:ln>
                <a:solidFill>
                  <a:srgbClr val="3D3D3D"/>
                </a:solidFill>
                <a:effectLst/>
                <a:latin typeface="Montserra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10"/>
              </a:rPr>
              <a:t>docker</a:t>
            </a:r>
            <a:r>
              <a:rPr kumimoji="0" lang="es-MX" altLang="es-MX" sz="1600" b="0" i="0" u="none" strike="noStrike" cap="none" normalizeH="0" baseline="0" dirty="0">
                <a:ln>
                  <a:noFill/>
                </a:ln>
                <a:solidFill>
                  <a:srgbClr val="C7254E"/>
                </a:solidFill>
                <a:effectLst/>
                <a:latin typeface="Menlo"/>
                <a:hlinkClick r:id="rId10"/>
              </a:rPr>
              <a:t> </a:t>
            </a:r>
            <a:r>
              <a:rPr kumimoji="0" lang="es-MX" altLang="es-MX" sz="1600" b="0" i="0" u="none" strike="noStrike" cap="none" normalizeH="0" baseline="0" dirty="0" err="1">
                <a:ln>
                  <a:noFill/>
                </a:ln>
                <a:solidFill>
                  <a:srgbClr val="C7254E"/>
                </a:solidFill>
                <a:effectLst/>
                <a:latin typeface="Menlo"/>
                <a:hlinkClick r:id="rId10"/>
              </a:rPr>
              <a:t>build</a:t>
            </a:r>
            <a:r>
              <a:rPr kumimoji="0" lang="es-MX" altLang="es-MX" sz="1600" b="0" i="0" u="none" strike="noStrike" cap="none" normalizeH="0" baseline="0" dirty="0">
                <a:ln>
                  <a:noFill/>
                </a:ln>
                <a:solidFill>
                  <a:srgbClr val="3D3D3D"/>
                </a:solidFill>
                <a:effectLst/>
                <a:latin typeface="Montserrat"/>
              </a:rPr>
              <a:t> crea imagen de un  </a:t>
            </a:r>
            <a:r>
              <a:rPr kumimoji="0" lang="es-MX" altLang="es-MX" sz="1600" b="0" i="0" u="none" strike="noStrike" cap="none" normalizeH="0" baseline="0" dirty="0" err="1">
                <a:ln>
                  <a:noFill/>
                </a:ln>
                <a:solidFill>
                  <a:srgbClr val="3D3D3D"/>
                </a:solidFill>
                <a:effectLst/>
                <a:latin typeface="Montserrat"/>
              </a:rPr>
              <a:t>Dockerfile</a:t>
            </a:r>
            <a:r>
              <a:rPr kumimoji="0" lang="es-MX" altLang="es-MX" sz="1600" b="0" i="0" u="none" strike="noStrike" cap="none" normalizeH="0" baseline="0" dirty="0">
                <a:ln>
                  <a:noFill/>
                </a:ln>
                <a:solidFill>
                  <a:srgbClr val="3D3D3D"/>
                </a:solidFill>
                <a:effectLst/>
                <a:latin typeface="Montserra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11"/>
              </a:rPr>
              <a:t>docker</a:t>
            </a:r>
            <a:r>
              <a:rPr kumimoji="0" lang="es-MX" altLang="es-MX" sz="1600" b="0" i="0" u="none" strike="noStrike" cap="none" normalizeH="0" baseline="0" dirty="0">
                <a:ln>
                  <a:noFill/>
                </a:ln>
                <a:solidFill>
                  <a:srgbClr val="C7254E"/>
                </a:solidFill>
                <a:effectLst/>
                <a:latin typeface="Menlo"/>
                <a:hlinkClick r:id="rId11"/>
              </a:rPr>
              <a:t> </a:t>
            </a:r>
            <a:r>
              <a:rPr kumimoji="0" lang="es-MX" altLang="es-MX" sz="1600" b="0" i="0" u="none" strike="noStrike" cap="none" normalizeH="0" baseline="0" dirty="0" err="1">
                <a:ln>
                  <a:noFill/>
                </a:ln>
                <a:solidFill>
                  <a:srgbClr val="C7254E"/>
                </a:solidFill>
                <a:effectLst/>
                <a:latin typeface="Menlo"/>
                <a:hlinkClick r:id="rId11"/>
              </a:rPr>
              <a:t>commit</a:t>
            </a:r>
            <a:r>
              <a:rPr kumimoji="0" lang="es-MX" altLang="es-MX" sz="1600" b="0" i="0" u="none" strike="noStrike" cap="none" normalizeH="0" baseline="0" dirty="0">
                <a:ln>
                  <a:noFill/>
                </a:ln>
                <a:solidFill>
                  <a:srgbClr val="3D3D3D"/>
                </a:solidFill>
                <a:effectLst/>
                <a:latin typeface="Montserrat"/>
              </a:rPr>
              <a:t> crea imagen de un contenedor, </a:t>
            </a:r>
            <a:r>
              <a:rPr kumimoji="0" lang="es-MX" altLang="es-MX" sz="1600" b="0" i="0" u="none" strike="noStrike" cap="none" normalizeH="0" baseline="0" dirty="0" err="1">
                <a:ln>
                  <a:noFill/>
                </a:ln>
                <a:solidFill>
                  <a:srgbClr val="3D3D3D"/>
                </a:solidFill>
                <a:effectLst/>
                <a:latin typeface="Montserrat"/>
              </a:rPr>
              <a:t>pausandolo</a:t>
            </a:r>
            <a:r>
              <a:rPr kumimoji="0" lang="es-MX" altLang="es-MX" sz="1600" b="0" i="0" u="none" strike="noStrike" cap="none" normalizeH="0" baseline="0" dirty="0">
                <a:ln>
                  <a:noFill/>
                </a:ln>
                <a:solidFill>
                  <a:srgbClr val="3D3D3D"/>
                </a:solidFill>
                <a:effectLst/>
                <a:latin typeface="Montserrat"/>
              </a:rPr>
              <a:t> temporalmente si esta corriendo.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12"/>
              </a:rPr>
              <a:t>docker</a:t>
            </a:r>
            <a:r>
              <a:rPr kumimoji="0" lang="es-MX" altLang="es-MX" sz="1600" b="0" i="0" u="none" strike="noStrike" cap="none" normalizeH="0" baseline="0" dirty="0">
                <a:ln>
                  <a:noFill/>
                </a:ln>
                <a:solidFill>
                  <a:srgbClr val="C7254E"/>
                </a:solidFill>
                <a:effectLst/>
                <a:latin typeface="Menlo"/>
                <a:hlinkClick r:id="rId12"/>
              </a:rPr>
              <a:t> </a:t>
            </a:r>
            <a:r>
              <a:rPr kumimoji="0" lang="es-MX" altLang="es-MX" sz="1600" b="0" i="0" u="none" strike="noStrike" cap="none" normalizeH="0" baseline="0" dirty="0" err="1">
                <a:ln>
                  <a:noFill/>
                </a:ln>
                <a:solidFill>
                  <a:srgbClr val="C7254E"/>
                </a:solidFill>
                <a:effectLst/>
                <a:latin typeface="Menlo"/>
                <a:hlinkClick r:id="rId12"/>
              </a:rPr>
              <a:t>rmi</a:t>
            </a:r>
            <a:r>
              <a:rPr kumimoji="0" lang="es-MX" altLang="es-MX" sz="1600" b="0" i="0" u="none" strike="noStrike" cap="none" normalizeH="0" baseline="0" dirty="0">
                <a:ln>
                  <a:noFill/>
                </a:ln>
                <a:solidFill>
                  <a:srgbClr val="3D3D3D"/>
                </a:solidFill>
                <a:effectLst/>
                <a:latin typeface="Montserrat"/>
              </a:rPr>
              <a:t> remueve una imagen.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13"/>
              </a:rPr>
              <a:t>docker</a:t>
            </a:r>
            <a:r>
              <a:rPr kumimoji="0" lang="es-MX" altLang="es-MX" sz="1600" b="0" i="0" u="none" strike="noStrike" cap="none" normalizeH="0" baseline="0" dirty="0">
                <a:ln>
                  <a:noFill/>
                </a:ln>
                <a:solidFill>
                  <a:srgbClr val="C7254E"/>
                </a:solidFill>
                <a:effectLst/>
                <a:latin typeface="Menlo"/>
                <a:hlinkClick r:id="rId13"/>
              </a:rPr>
              <a:t> load</a:t>
            </a:r>
            <a:r>
              <a:rPr kumimoji="0" lang="es-MX" altLang="es-MX" sz="1600" b="0" i="0" u="none" strike="noStrike" cap="none" normalizeH="0" baseline="0" dirty="0">
                <a:ln>
                  <a:noFill/>
                </a:ln>
                <a:solidFill>
                  <a:srgbClr val="3D3D3D"/>
                </a:solidFill>
                <a:effectLst/>
                <a:latin typeface="Montserrat"/>
              </a:rPr>
              <a:t> carga una imagen de un archivo </a:t>
            </a:r>
            <a:r>
              <a:rPr kumimoji="0" lang="es-MX" altLang="es-MX" sz="1600" b="0" i="0" u="none" strike="noStrike" cap="none" normalizeH="0" baseline="0" dirty="0" err="1">
                <a:ln>
                  <a:noFill/>
                </a:ln>
                <a:solidFill>
                  <a:srgbClr val="3D3D3D"/>
                </a:solidFill>
                <a:effectLst/>
                <a:latin typeface="Montserrat"/>
              </a:rPr>
              <a:t>tar</a:t>
            </a:r>
            <a:r>
              <a:rPr kumimoji="0" lang="es-MX" altLang="es-MX" sz="1600" b="0" i="0" u="none" strike="noStrike" cap="none" normalizeH="0" baseline="0" dirty="0">
                <a:ln>
                  <a:noFill/>
                </a:ln>
                <a:solidFill>
                  <a:srgbClr val="3D3D3D"/>
                </a:solidFill>
                <a:effectLst/>
                <a:latin typeface="Montserrat"/>
              </a:rPr>
              <a:t> como STDIN, incluyendo </a:t>
            </a:r>
            <a:r>
              <a:rPr kumimoji="0" lang="es-MX" altLang="es-MX" sz="1600" b="0" i="0" u="none" strike="noStrike" cap="none" normalizeH="0" baseline="0" dirty="0" err="1">
                <a:ln>
                  <a:noFill/>
                </a:ln>
                <a:solidFill>
                  <a:srgbClr val="3D3D3D"/>
                </a:solidFill>
                <a:effectLst/>
                <a:latin typeface="Montserrat"/>
              </a:rPr>
              <a:t>imagenes</a:t>
            </a:r>
            <a:r>
              <a:rPr kumimoji="0" lang="es-MX" altLang="es-MX" sz="1600" b="0" i="0" u="none" strike="noStrike" cap="none" normalizeH="0" baseline="0" dirty="0">
                <a:ln>
                  <a:noFill/>
                </a:ln>
                <a:solidFill>
                  <a:srgbClr val="3D3D3D"/>
                </a:solidFill>
                <a:effectLst/>
                <a:latin typeface="Montserrat"/>
              </a:rPr>
              <a:t> y tags.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14"/>
              </a:rPr>
              <a:t>docker</a:t>
            </a:r>
            <a:r>
              <a:rPr kumimoji="0" lang="es-MX" altLang="es-MX" sz="1600" b="0" i="0" u="none" strike="noStrike" cap="none" normalizeH="0" baseline="0" dirty="0">
                <a:ln>
                  <a:noFill/>
                </a:ln>
                <a:solidFill>
                  <a:srgbClr val="C7254E"/>
                </a:solidFill>
                <a:effectLst/>
                <a:latin typeface="Menlo"/>
                <a:hlinkClick r:id="rId14"/>
              </a:rPr>
              <a:t> </a:t>
            </a:r>
            <a:r>
              <a:rPr kumimoji="0" lang="es-MX" altLang="es-MX" sz="1600" b="0" i="0" u="none" strike="noStrike" cap="none" normalizeH="0" baseline="0" dirty="0" err="1">
                <a:ln>
                  <a:noFill/>
                </a:ln>
                <a:solidFill>
                  <a:srgbClr val="C7254E"/>
                </a:solidFill>
                <a:effectLst/>
                <a:latin typeface="Menlo"/>
                <a:hlinkClick r:id="rId14"/>
              </a:rPr>
              <a:t>save</a:t>
            </a:r>
            <a:r>
              <a:rPr kumimoji="0" lang="es-MX" altLang="es-MX" sz="1600" b="0" i="0" u="none" strike="noStrike" cap="none" normalizeH="0" baseline="0" dirty="0">
                <a:ln>
                  <a:noFill/>
                </a:ln>
                <a:solidFill>
                  <a:srgbClr val="3D3D3D"/>
                </a:solidFill>
                <a:effectLst/>
                <a:latin typeface="Montserrat"/>
              </a:rPr>
              <a:t> salva una imagen a un archivo </a:t>
            </a:r>
            <a:r>
              <a:rPr kumimoji="0" lang="es-MX" altLang="es-MX" sz="1600" b="0" i="0" u="none" strike="noStrike" cap="none" normalizeH="0" baseline="0" dirty="0" err="1">
                <a:ln>
                  <a:noFill/>
                </a:ln>
                <a:solidFill>
                  <a:srgbClr val="3D3D3D"/>
                </a:solidFill>
                <a:effectLst/>
                <a:latin typeface="Montserrat"/>
              </a:rPr>
              <a:t>tar</a:t>
            </a:r>
            <a:r>
              <a:rPr kumimoji="0" lang="es-MX" altLang="es-MX" sz="1600" b="0" i="0" u="none" strike="noStrike" cap="none" normalizeH="0" baseline="0" dirty="0">
                <a:ln>
                  <a:noFill/>
                </a:ln>
                <a:solidFill>
                  <a:srgbClr val="3D3D3D"/>
                </a:solidFill>
                <a:effectLst/>
                <a:latin typeface="Montserrat"/>
              </a:rPr>
              <a:t> a STDOUT con todas las capas padre, tags y versiones.</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600" b="1" i="0" u="none" strike="noStrike" cap="none" normalizeH="0" baseline="0" dirty="0" err="1">
                <a:ln>
                  <a:noFill/>
                </a:ln>
                <a:solidFill>
                  <a:srgbClr val="0A0A0A"/>
                </a:solidFill>
                <a:effectLst/>
                <a:latin typeface="Montserrat"/>
              </a:rPr>
              <a:t>Info</a:t>
            </a:r>
            <a:endParaRPr kumimoji="0" lang="es-MX" altLang="es-MX" sz="1600" b="1" i="0" u="none" strike="noStrike" cap="none" normalizeH="0" baseline="0" dirty="0">
              <a:ln>
                <a:noFill/>
              </a:ln>
              <a:solidFill>
                <a:srgbClr val="0A0A0A"/>
              </a:solidFill>
              <a:effectLst/>
              <a:latin typeface="Montserra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15"/>
              </a:rPr>
              <a:t>docker</a:t>
            </a:r>
            <a:r>
              <a:rPr kumimoji="0" lang="es-MX" altLang="es-MX" sz="1600" b="0" i="0" u="none" strike="noStrike" cap="none" normalizeH="0" baseline="0" dirty="0">
                <a:ln>
                  <a:noFill/>
                </a:ln>
                <a:solidFill>
                  <a:srgbClr val="C7254E"/>
                </a:solidFill>
                <a:effectLst/>
                <a:latin typeface="Menlo"/>
                <a:hlinkClick r:id="rId15"/>
              </a:rPr>
              <a:t> </a:t>
            </a:r>
            <a:r>
              <a:rPr kumimoji="0" lang="es-MX" altLang="es-MX" sz="1600" b="0" i="0" u="none" strike="noStrike" cap="none" normalizeH="0" baseline="0" dirty="0" err="1">
                <a:ln>
                  <a:noFill/>
                </a:ln>
                <a:solidFill>
                  <a:srgbClr val="C7254E"/>
                </a:solidFill>
                <a:effectLst/>
                <a:latin typeface="Menlo"/>
                <a:hlinkClick r:id="rId15"/>
              </a:rPr>
              <a:t>history</a:t>
            </a:r>
            <a:r>
              <a:rPr kumimoji="0" lang="es-MX" altLang="es-MX" sz="1600" b="0" i="0" u="none" strike="noStrike" cap="none" normalizeH="0" baseline="0" dirty="0">
                <a:ln>
                  <a:noFill/>
                </a:ln>
                <a:solidFill>
                  <a:srgbClr val="3D3D3D"/>
                </a:solidFill>
                <a:effectLst/>
                <a:latin typeface="Montserrat"/>
              </a:rPr>
              <a:t> muestra el historial de una imagen.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600" b="0" i="0" u="none" strike="noStrike" cap="none" normalizeH="0" baseline="0" dirty="0" err="1">
                <a:ln>
                  <a:noFill/>
                </a:ln>
                <a:solidFill>
                  <a:srgbClr val="C7254E"/>
                </a:solidFill>
                <a:effectLst/>
                <a:latin typeface="Menlo"/>
                <a:hlinkClick r:id="rId16"/>
              </a:rPr>
              <a:t>docker</a:t>
            </a:r>
            <a:r>
              <a:rPr kumimoji="0" lang="es-MX" altLang="es-MX" sz="1600" b="0" i="0" u="none" strike="noStrike" cap="none" normalizeH="0" baseline="0" dirty="0">
                <a:ln>
                  <a:noFill/>
                </a:ln>
                <a:solidFill>
                  <a:srgbClr val="C7254E"/>
                </a:solidFill>
                <a:effectLst/>
                <a:latin typeface="Menlo"/>
                <a:hlinkClick r:id="rId16"/>
              </a:rPr>
              <a:t> tag</a:t>
            </a:r>
            <a:r>
              <a:rPr kumimoji="0" lang="es-MX" altLang="es-MX" sz="1600" b="0" i="0" u="none" strike="noStrike" cap="none" normalizeH="0" baseline="0" dirty="0">
                <a:ln>
                  <a:noFill/>
                </a:ln>
                <a:solidFill>
                  <a:srgbClr val="3D3D3D"/>
                </a:solidFill>
                <a:effectLst/>
                <a:latin typeface="Montserrat"/>
              </a:rPr>
              <a:t> </a:t>
            </a:r>
            <a:r>
              <a:rPr kumimoji="0" lang="es-MX" altLang="es-MX" sz="1600" b="0" i="0" u="none" strike="noStrike" cap="none" normalizeH="0" baseline="0" dirty="0" err="1">
                <a:ln>
                  <a:noFill/>
                </a:ln>
                <a:solidFill>
                  <a:srgbClr val="3D3D3D"/>
                </a:solidFill>
                <a:effectLst/>
                <a:latin typeface="Montserrat"/>
              </a:rPr>
              <a:t>taggea</a:t>
            </a:r>
            <a:r>
              <a:rPr kumimoji="0" lang="es-MX" altLang="es-MX" sz="1600" b="0" i="0" u="none" strike="noStrike" cap="none" normalizeH="0" baseline="0" dirty="0">
                <a:ln>
                  <a:noFill/>
                </a:ln>
                <a:solidFill>
                  <a:srgbClr val="3D3D3D"/>
                </a:solidFill>
                <a:effectLst/>
                <a:latin typeface="Montserrat"/>
              </a:rPr>
              <a:t> una imagen a un nombre asignado.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00907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9" name="Imagen 8" descr="Imagen que contiene Rectángulo&#10;&#10;Descripción generada automáticamente">
            <a:extLst>
              <a:ext uri="{FF2B5EF4-FFF2-40B4-BE49-F238E27FC236}">
                <a16:creationId xmlns:a16="http://schemas.microsoft.com/office/drawing/2014/main" id="{7943A8D2-5FE7-4898-BFE3-886E3FAFBE9A}"/>
              </a:ext>
            </a:extLst>
          </p:cNvPr>
          <p:cNvPicPr>
            <a:picLocks noChangeAspect="1"/>
          </p:cNvPicPr>
          <p:nvPr/>
        </p:nvPicPr>
        <p:blipFill rotWithShape="1">
          <a:blip r:embed="rId2"/>
          <a:srcRect r="56666"/>
          <a:stretch/>
        </p:blipFill>
        <p:spPr>
          <a:xfrm>
            <a:off x="20" y="10"/>
            <a:ext cx="12191980" cy="3615387"/>
          </a:xfrm>
          <a:prstGeom prst="rect">
            <a:avLst/>
          </a:prstGeom>
        </p:spPr>
      </p:pic>
      <p:sp>
        <p:nvSpPr>
          <p:cNvPr id="7" name="Subtítulo 6">
            <a:extLst>
              <a:ext uri="{FF2B5EF4-FFF2-40B4-BE49-F238E27FC236}">
                <a16:creationId xmlns:a16="http://schemas.microsoft.com/office/drawing/2014/main" id="{EB3D4E07-DB2F-4C19-8616-18BCBE88C0A4}"/>
              </a:ext>
            </a:extLst>
          </p:cNvPr>
          <p:cNvSpPr>
            <a:spLocks noGrp="1"/>
          </p:cNvSpPr>
          <p:nvPr>
            <p:ph type="subTitle" idx="1"/>
          </p:nvPr>
        </p:nvSpPr>
        <p:spPr>
          <a:xfrm>
            <a:off x="2695194" y="4206241"/>
            <a:ext cx="6801612" cy="2011680"/>
          </a:xfrm>
        </p:spPr>
        <p:txBody>
          <a:bodyPr>
            <a:normAutofit/>
          </a:bodyPr>
          <a:lstStyle/>
          <a:p>
            <a:r>
              <a:rPr lang="es-ES" dirty="0"/>
              <a:t>Que es que</a:t>
            </a:r>
            <a:endParaRPr lang="es-MX" dirty="0"/>
          </a:p>
        </p:txBody>
      </p:sp>
    </p:spTree>
    <p:extLst>
      <p:ext uri="{BB962C8B-B14F-4D97-AF65-F5344CB8AC3E}">
        <p14:creationId xmlns:p14="http://schemas.microsoft.com/office/powerpoint/2010/main" val="13815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3" name="Imagen 2" descr="Interfaz de usuario gráfica, Texto&#10;&#10;Descripción generada automáticamente">
            <a:extLst>
              <a:ext uri="{FF2B5EF4-FFF2-40B4-BE49-F238E27FC236}">
                <a16:creationId xmlns:a16="http://schemas.microsoft.com/office/drawing/2014/main" id="{CE5ED74E-067F-41E4-89E1-0F5D80AC847A}"/>
              </a:ext>
            </a:extLst>
          </p:cNvPr>
          <p:cNvPicPr>
            <a:picLocks noChangeAspect="1"/>
          </p:cNvPicPr>
          <p:nvPr/>
        </p:nvPicPr>
        <p:blipFill rotWithShape="1">
          <a:blip r:embed="rId2"/>
          <a:srcRect b="33333"/>
          <a:stretch/>
        </p:blipFill>
        <p:spPr>
          <a:xfrm>
            <a:off x="20" y="10"/>
            <a:ext cx="12191980" cy="4571990"/>
          </a:xfrm>
          <a:prstGeom prst="rect">
            <a:avLst/>
          </a:prstGeom>
        </p:spPr>
      </p:pic>
      <p:sp>
        <p:nvSpPr>
          <p:cNvPr id="7" name="Subtítulo 6">
            <a:extLst>
              <a:ext uri="{FF2B5EF4-FFF2-40B4-BE49-F238E27FC236}">
                <a16:creationId xmlns:a16="http://schemas.microsoft.com/office/drawing/2014/main" id="{EB3D4E07-DB2F-4C19-8616-18BCBE88C0A4}"/>
              </a:ext>
            </a:extLst>
          </p:cNvPr>
          <p:cNvSpPr>
            <a:spLocks noGrp="1"/>
          </p:cNvSpPr>
          <p:nvPr>
            <p:ph type="subTitle" idx="1"/>
          </p:nvPr>
        </p:nvSpPr>
        <p:spPr>
          <a:xfrm>
            <a:off x="2695194" y="5704731"/>
            <a:ext cx="6801612" cy="513189"/>
          </a:xfrm>
        </p:spPr>
        <p:txBody>
          <a:bodyPr>
            <a:normAutofit/>
          </a:bodyPr>
          <a:lstStyle/>
          <a:p>
            <a:r>
              <a:rPr lang="es-ES" dirty="0"/>
              <a:t>Que es que</a:t>
            </a:r>
            <a:endParaRPr lang="es-MX" dirty="0"/>
          </a:p>
        </p:txBody>
      </p:sp>
    </p:spTree>
    <p:extLst>
      <p:ext uri="{BB962C8B-B14F-4D97-AF65-F5344CB8AC3E}">
        <p14:creationId xmlns:p14="http://schemas.microsoft.com/office/powerpoint/2010/main" val="4176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7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3" name="Imagen 2" descr="Interfaz de usuario gráfica, Aplicación&#10;&#10;Descripción generada automáticamente">
            <a:extLst>
              <a:ext uri="{FF2B5EF4-FFF2-40B4-BE49-F238E27FC236}">
                <a16:creationId xmlns:a16="http://schemas.microsoft.com/office/drawing/2014/main" id="{4EAD09D4-033E-43E4-BEB6-E7158C7CBB6E}"/>
              </a:ext>
            </a:extLst>
          </p:cNvPr>
          <p:cNvPicPr>
            <a:picLocks noChangeAspect="1"/>
          </p:cNvPicPr>
          <p:nvPr/>
        </p:nvPicPr>
        <p:blipFill rotWithShape="1">
          <a:blip r:embed="rId2"/>
          <a:srcRect t="11436" b="11659"/>
          <a:stretch/>
        </p:blipFill>
        <p:spPr>
          <a:xfrm>
            <a:off x="20" y="10"/>
            <a:ext cx="12191980" cy="4242806"/>
          </a:xfrm>
          <a:prstGeom prst="rect">
            <a:avLst/>
          </a:prstGeom>
        </p:spPr>
      </p:pic>
      <p:sp>
        <p:nvSpPr>
          <p:cNvPr id="12" name="Rectangle 11">
            <a:extLst>
              <a:ext uri="{FF2B5EF4-FFF2-40B4-BE49-F238E27FC236}">
                <a16:creationId xmlns:a16="http://schemas.microsoft.com/office/drawing/2014/main" id="{17928EA2-88ED-424C-A811-B45B398FB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42816"/>
            <a:ext cx="12192000" cy="26151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14" name="Rectangle 13">
            <a:extLst>
              <a:ext uri="{FF2B5EF4-FFF2-40B4-BE49-F238E27FC236}">
                <a16:creationId xmlns:a16="http://schemas.microsoft.com/office/drawing/2014/main" id="{304F0B90-9D71-4D15-94CC-B9E1F445B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42816"/>
            <a:ext cx="12192000" cy="2615184"/>
          </a:xfrm>
          <a:prstGeom prst="rect">
            <a:avLst/>
          </a:prstGeom>
          <a:solidFill>
            <a:srgbClr val="7063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7" name="Subtítulo 6">
            <a:extLst>
              <a:ext uri="{FF2B5EF4-FFF2-40B4-BE49-F238E27FC236}">
                <a16:creationId xmlns:a16="http://schemas.microsoft.com/office/drawing/2014/main" id="{EB3D4E07-DB2F-4C19-8616-18BCBE88C0A4}"/>
              </a:ext>
            </a:extLst>
          </p:cNvPr>
          <p:cNvSpPr>
            <a:spLocks noGrp="1"/>
          </p:cNvSpPr>
          <p:nvPr>
            <p:ph type="subTitle" idx="1"/>
          </p:nvPr>
        </p:nvSpPr>
        <p:spPr>
          <a:xfrm>
            <a:off x="1600200" y="5800866"/>
            <a:ext cx="8991600" cy="435342"/>
          </a:xfrm>
        </p:spPr>
        <p:txBody>
          <a:bodyPr>
            <a:normAutofit/>
          </a:bodyPr>
          <a:lstStyle/>
          <a:p>
            <a:r>
              <a:rPr lang="es-ES">
                <a:solidFill>
                  <a:srgbClr val="FFFFFF"/>
                </a:solidFill>
              </a:rPr>
              <a:t>Que es que</a:t>
            </a:r>
            <a:endParaRPr lang="es-MX">
              <a:solidFill>
                <a:srgbClr val="FFFFFF"/>
              </a:solidFill>
            </a:endParaRPr>
          </a:p>
        </p:txBody>
      </p:sp>
    </p:spTree>
    <p:extLst>
      <p:ext uri="{BB962C8B-B14F-4D97-AF65-F5344CB8AC3E}">
        <p14:creationId xmlns:p14="http://schemas.microsoft.com/office/powerpoint/2010/main" val="133901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7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3" name="Imagen 2" descr="Interfaz de usuario gráfica&#10;&#10;Descripción generada automáticamente">
            <a:extLst>
              <a:ext uri="{FF2B5EF4-FFF2-40B4-BE49-F238E27FC236}">
                <a16:creationId xmlns:a16="http://schemas.microsoft.com/office/drawing/2014/main" id="{7BD20F9B-8DFD-4D02-AC36-12E396A2AF92}"/>
              </a:ext>
            </a:extLst>
          </p:cNvPr>
          <p:cNvPicPr>
            <a:picLocks noChangeAspect="1"/>
          </p:cNvPicPr>
          <p:nvPr/>
        </p:nvPicPr>
        <p:blipFill rotWithShape="1">
          <a:blip r:embed="rId2"/>
          <a:srcRect t="2386" b="272"/>
          <a:stretch/>
        </p:blipFill>
        <p:spPr>
          <a:xfrm>
            <a:off x="20" y="10"/>
            <a:ext cx="12191980" cy="4242806"/>
          </a:xfrm>
          <a:prstGeom prst="rect">
            <a:avLst/>
          </a:prstGeom>
        </p:spPr>
      </p:pic>
      <p:sp>
        <p:nvSpPr>
          <p:cNvPr id="12" name="Rectangle 11">
            <a:extLst>
              <a:ext uri="{FF2B5EF4-FFF2-40B4-BE49-F238E27FC236}">
                <a16:creationId xmlns:a16="http://schemas.microsoft.com/office/drawing/2014/main" id="{17928EA2-88ED-424C-A811-B45B398FB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42816"/>
            <a:ext cx="12192000" cy="26151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14" name="Rectangle 13">
            <a:extLst>
              <a:ext uri="{FF2B5EF4-FFF2-40B4-BE49-F238E27FC236}">
                <a16:creationId xmlns:a16="http://schemas.microsoft.com/office/drawing/2014/main" id="{304F0B90-9D71-4D15-94CC-B9E1F445B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42816"/>
            <a:ext cx="12192000" cy="2615184"/>
          </a:xfrm>
          <a:prstGeom prst="rect">
            <a:avLst/>
          </a:prstGeom>
          <a:solidFill>
            <a:srgbClr val="5B7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7" name="Subtítulo 6">
            <a:extLst>
              <a:ext uri="{FF2B5EF4-FFF2-40B4-BE49-F238E27FC236}">
                <a16:creationId xmlns:a16="http://schemas.microsoft.com/office/drawing/2014/main" id="{EB3D4E07-DB2F-4C19-8616-18BCBE88C0A4}"/>
              </a:ext>
            </a:extLst>
          </p:cNvPr>
          <p:cNvSpPr>
            <a:spLocks noGrp="1"/>
          </p:cNvSpPr>
          <p:nvPr>
            <p:ph type="subTitle" idx="1"/>
          </p:nvPr>
        </p:nvSpPr>
        <p:spPr>
          <a:xfrm>
            <a:off x="1600200" y="4487594"/>
            <a:ext cx="8991600" cy="1748614"/>
          </a:xfrm>
        </p:spPr>
        <p:txBody>
          <a:bodyPr>
            <a:normAutofit/>
          </a:bodyPr>
          <a:lstStyle/>
          <a:p>
            <a:r>
              <a:rPr lang="es-ES" dirty="0">
                <a:solidFill>
                  <a:srgbClr val="FFFFFF"/>
                </a:solidFill>
              </a:rPr>
              <a:t>Que es que</a:t>
            </a:r>
            <a:endParaRPr lang="es-MX" dirty="0">
              <a:solidFill>
                <a:srgbClr val="FFFFFF"/>
              </a:solidFill>
            </a:endParaRPr>
          </a:p>
        </p:txBody>
      </p:sp>
    </p:spTree>
    <p:extLst>
      <p:ext uri="{BB962C8B-B14F-4D97-AF65-F5344CB8AC3E}">
        <p14:creationId xmlns:p14="http://schemas.microsoft.com/office/powerpoint/2010/main" val="3208857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7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940DF23-CFCC-4261-A04F-DEFBE88B500A}"/>
              </a:ext>
            </a:extLst>
          </p:cNvPr>
          <p:cNvSpPr>
            <a:spLocks noGrp="1"/>
          </p:cNvSpPr>
          <p:nvPr>
            <p:ph idx="1"/>
          </p:nvPr>
        </p:nvSpPr>
        <p:spPr>
          <a:xfrm>
            <a:off x="2231136" y="679270"/>
            <a:ext cx="7729728" cy="5060758"/>
          </a:xfrm>
        </p:spPr>
        <p:txBody>
          <a:bodyPr>
            <a:normAutofit/>
          </a:bodyPr>
          <a:lstStyle/>
          <a:p>
            <a:pPr algn="l" fontAlgn="b"/>
            <a:r>
              <a:rPr lang="es-ES" b="1" i="0" dirty="0">
                <a:solidFill>
                  <a:srgbClr val="272626"/>
                </a:solidFill>
                <a:effectLst/>
                <a:latin typeface="FuturaPTWeb-Heavy"/>
              </a:rPr>
              <a:t>1. Imagen</a:t>
            </a:r>
          </a:p>
          <a:p>
            <a:pPr algn="l">
              <a:buFont typeface="Arial" panose="020B0604020202020204" pitchFamily="34" charset="0"/>
              <a:buChar char="•"/>
            </a:pPr>
            <a:r>
              <a:rPr lang="es-ES" b="1" i="0" dirty="0">
                <a:solidFill>
                  <a:srgbClr val="969696"/>
                </a:solidFill>
                <a:effectLst/>
                <a:latin typeface="Open Sans" panose="020B0606030504020204" pitchFamily="34" charset="0"/>
              </a:rPr>
              <a:t>Una imagen representa la captura de un estado particular de un contenedor.</a:t>
            </a:r>
          </a:p>
          <a:p>
            <a:pPr algn="l">
              <a:buFont typeface="Arial" panose="020B0604020202020204" pitchFamily="34" charset="0"/>
              <a:buChar char="•"/>
            </a:pPr>
            <a:r>
              <a:rPr lang="es-ES" b="1" i="0" dirty="0">
                <a:solidFill>
                  <a:srgbClr val="969696"/>
                </a:solidFill>
                <a:effectLst/>
                <a:latin typeface="Open Sans" panose="020B0606030504020204" pitchFamily="34" charset="0"/>
              </a:rPr>
              <a:t>Dentro de una imagen debe especificarse todo lo que debe componer al contenedor en estado de ejecución. Pueden incluirse tantas aplicaciones como se desee.</a:t>
            </a:r>
          </a:p>
          <a:p>
            <a:pPr algn="l">
              <a:buFont typeface="Arial" panose="020B0604020202020204" pitchFamily="34" charset="0"/>
              <a:buChar char="•"/>
            </a:pPr>
            <a:r>
              <a:rPr lang="es-ES" b="1" i="0" dirty="0">
                <a:solidFill>
                  <a:srgbClr val="969696"/>
                </a:solidFill>
                <a:effectLst/>
                <a:latin typeface="Open Sans" panose="020B0606030504020204" pitchFamily="34" charset="0"/>
              </a:rPr>
              <a:t>Las imágenes manejan herencia, podemos partir de una imagen padre y heredarla para heredar así también todos sus componentes.</a:t>
            </a:r>
          </a:p>
          <a:p>
            <a:pPr algn="l">
              <a:buFont typeface="Arial" panose="020B0604020202020204" pitchFamily="34" charset="0"/>
              <a:buChar char="•"/>
            </a:pPr>
            <a:r>
              <a:rPr lang="es-ES" b="1" i="0" dirty="0">
                <a:solidFill>
                  <a:srgbClr val="969696"/>
                </a:solidFill>
                <a:effectLst/>
                <a:latin typeface="Open Sans" panose="020B0606030504020204" pitchFamily="34" charset="0"/>
              </a:rPr>
              <a:t>Existe un repositorio de imágenes que es público, denominado </a:t>
            </a:r>
            <a:r>
              <a:rPr lang="es-ES" b="1" i="0" u="none" strike="noStrike" dirty="0">
                <a:solidFill>
                  <a:srgbClr val="409BE1"/>
                </a:solidFill>
                <a:effectLst/>
                <a:latin typeface="Open Sans" panose="020B0606030504020204" pitchFamily="34" charset="0"/>
                <a:hlinkClick r:id="rId2"/>
              </a:rPr>
              <a:t>Docker Hub</a:t>
            </a:r>
            <a:r>
              <a:rPr lang="es-ES" b="1" i="0" dirty="0">
                <a:solidFill>
                  <a:srgbClr val="969696"/>
                </a:solidFill>
                <a:effectLst/>
                <a:latin typeface="Open Sans" panose="020B0606030504020204" pitchFamily="34" charset="0"/>
              </a:rPr>
              <a:t>. En él se pueden descargar imágenes preconfiguradas con diferentes componentes (bases de datos, índices, servidores de aplicaciones, </a:t>
            </a:r>
            <a:r>
              <a:rPr lang="es-ES" b="1" i="0" dirty="0" err="1">
                <a:solidFill>
                  <a:srgbClr val="969696"/>
                </a:solidFill>
                <a:effectLst/>
                <a:latin typeface="Open Sans" panose="020B0606030504020204" pitchFamily="34" charset="0"/>
              </a:rPr>
              <a:t>etc</a:t>
            </a:r>
            <a:r>
              <a:rPr lang="es-ES" b="1" i="0" dirty="0">
                <a:solidFill>
                  <a:srgbClr val="969696"/>
                </a:solidFill>
                <a:effectLst/>
                <a:latin typeface="Open Sans" panose="020B0606030504020204" pitchFamily="34" charset="0"/>
              </a:rPr>
              <a:t>).</a:t>
            </a:r>
          </a:p>
          <a:p>
            <a:endParaRPr lang="es-MX" dirty="0"/>
          </a:p>
        </p:txBody>
      </p:sp>
    </p:spTree>
    <p:extLst>
      <p:ext uri="{BB962C8B-B14F-4D97-AF65-F5344CB8AC3E}">
        <p14:creationId xmlns:p14="http://schemas.microsoft.com/office/powerpoint/2010/main" val="387650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1386274-BCBC-4D60-B0CF-BA8C3F9AE695}"/>
              </a:ext>
            </a:extLst>
          </p:cNvPr>
          <p:cNvSpPr>
            <a:spLocks noGrp="1"/>
          </p:cNvSpPr>
          <p:nvPr>
            <p:ph idx="1"/>
          </p:nvPr>
        </p:nvSpPr>
        <p:spPr>
          <a:xfrm>
            <a:off x="2231136" y="640080"/>
            <a:ext cx="7729728" cy="5099947"/>
          </a:xfrm>
        </p:spPr>
        <p:txBody>
          <a:bodyPr/>
          <a:lstStyle/>
          <a:p>
            <a:pPr algn="l" fontAlgn="b"/>
            <a:r>
              <a:rPr lang="es-ES" b="1" i="0" dirty="0">
                <a:solidFill>
                  <a:srgbClr val="272626"/>
                </a:solidFill>
                <a:effectLst/>
                <a:latin typeface="FuturaPTWeb-Heavy"/>
              </a:rPr>
              <a:t>2. Contenedor</a:t>
            </a:r>
          </a:p>
          <a:p>
            <a:pPr algn="l">
              <a:buFont typeface="Arial" panose="020B0604020202020204" pitchFamily="34" charset="0"/>
              <a:buChar char="•"/>
            </a:pPr>
            <a:r>
              <a:rPr lang="es-ES" b="1" i="0" dirty="0">
                <a:solidFill>
                  <a:srgbClr val="969696"/>
                </a:solidFill>
                <a:effectLst/>
                <a:latin typeface="Open Sans" panose="020B0606030504020204" pitchFamily="34" charset="0"/>
              </a:rPr>
              <a:t>Un contenedor es el estado en ejecución de una imagen.</a:t>
            </a:r>
          </a:p>
          <a:p>
            <a:pPr algn="l">
              <a:buFont typeface="Arial" panose="020B0604020202020204" pitchFamily="34" charset="0"/>
              <a:buChar char="•"/>
            </a:pPr>
            <a:r>
              <a:rPr lang="es-ES" b="1" i="0" dirty="0">
                <a:solidFill>
                  <a:srgbClr val="969696"/>
                </a:solidFill>
                <a:effectLst/>
                <a:latin typeface="Open Sans" panose="020B0606030504020204" pitchFamily="34" charset="0"/>
              </a:rPr>
              <a:t>A partir de una imagen pueden ejecutarse uno o varios contenedores, los mismos pueden agregarse o quitarse dinámicamente.</a:t>
            </a:r>
          </a:p>
          <a:p>
            <a:pPr algn="l">
              <a:buFont typeface="Arial" panose="020B0604020202020204" pitchFamily="34" charset="0"/>
              <a:buChar char="•"/>
            </a:pPr>
            <a:r>
              <a:rPr lang="es-ES" b="1" i="0" dirty="0">
                <a:solidFill>
                  <a:srgbClr val="969696"/>
                </a:solidFill>
                <a:effectLst/>
                <a:latin typeface="Open Sans" panose="020B0606030504020204" pitchFamily="34" charset="0"/>
              </a:rPr>
              <a:t>Se pueden realizar cambios sobre un contenedor determinado y guardar los cambios realizando un “</a:t>
            </a:r>
            <a:r>
              <a:rPr lang="es-ES" b="1" i="0" dirty="0" err="1">
                <a:solidFill>
                  <a:srgbClr val="969696"/>
                </a:solidFill>
                <a:effectLst/>
                <a:latin typeface="Open Sans" panose="020B0606030504020204" pitchFamily="34" charset="0"/>
              </a:rPr>
              <a:t>commit</a:t>
            </a:r>
            <a:r>
              <a:rPr lang="es-ES" b="1" i="0" dirty="0">
                <a:solidFill>
                  <a:srgbClr val="969696"/>
                </a:solidFill>
                <a:effectLst/>
                <a:latin typeface="Open Sans" panose="020B0606030504020204" pitchFamily="34" charset="0"/>
              </a:rPr>
              <a:t>” en el repositorio de Docker. Al realizar un </a:t>
            </a:r>
            <a:r>
              <a:rPr lang="es-ES" b="1" i="0" dirty="0" err="1">
                <a:solidFill>
                  <a:srgbClr val="969696"/>
                </a:solidFill>
                <a:effectLst/>
                <a:latin typeface="Open Sans" panose="020B0606030504020204" pitchFamily="34" charset="0"/>
              </a:rPr>
              <a:t>commit</a:t>
            </a:r>
            <a:r>
              <a:rPr lang="es-ES" b="1" i="0" dirty="0">
                <a:solidFill>
                  <a:srgbClr val="969696"/>
                </a:solidFill>
                <a:effectLst/>
                <a:latin typeface="Open Sans" panose="020B0606030504020204" pitchFamily="34" charset="0"/>
              </a:rPr>
              <a:t> de un estado particular de un contenedor, el repositorio de </a:t>
            </a:r>
            <a:r>
              <a:rPr lang="es-ES" b="1" i="0" dirty="0" err="1">
                <a:solidFill>
                  <a:srgbClr val="969696"/>
                </a:solidFill>
                <a:effectLst/>
                <a:latin typeface="Open Sans" panose="020B0606030504020204" pitchFamily="34" charset="0"/>
              </a:rPr>
              <a:t>docker</a:t>
            </a:r>
            <a:r>
              <a:rPr lang="es-ES" b="1" i="0" dirty="0">
                <a:solidFill>
                  <a:srgbClr val="969696"/>
                </a:solidFill>
                <a:effectLst/>
                <a:latin typeface="Open Sans" panose="020B0606030504020204" pitchFamily="34" charset="0"/>
              </a:rPr>
              <a:t> asignará un nuevo número de versión y creará una nueva imagen con estos cambios.</a:t>
            </a:r>
          </a:p>
          <a:p>
            <a:endParaRPr lang="es-MX" dirty="0"/>
          </a:p>
        </p:txBody>
      </p:sp>
    </p:spTree>
    <p:extLst>
      <p:ext uri="{BB962C8B-B14F-4D97-AF65-F5344CB8AC3E}">
        <p14:creationId xmlns:p14="http://schemas.microsoft.com/office/powerpoint/2010/main" val="632966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6D98DCF-BEB9-44D7-83FE-331DF2A3FDAC}"/>
              </a:ext>
            </a:extLst>
          </p:cNvPr>
          <p:cNvSpPr>
            <a:spLocks noGrp="1"/>
          </p:cNvSpPr>
          <p:nvPr>
            <p:ph idx="1"/>
          </p:nvPr>
        </p:nvSpPr>
        <p:spPr>
          <a:xfrm>
            <a:off x="2231136" y="483326"/>
            <a:ext cx="7729728" cy="5256701"/>
          </a:xfrm>
        </p:spPr>
        <p:txBody>
          <a:bodyPr/>
          <a:lstStyle/>
          <a:p>
            <a:pPr algn="l" fontAlgn="b"/>
            <a:r>
              <a:rPr lang="es-ES" b="1" i="0" dirty="0">
                <a:solidFill>
                  <a:srgbClr val="272626"/>
                </a:solidFill>
                <a:effectLst/>
                <a:latin typeface="FuturaPTWeb-Heavy"/>
              </a:rPr>
              <a:t>3. </a:t>
            </a:r>
            <a:r>
              <a:rPr lang="es-ES" b="1" i="0" dirty="0" err="1">
                <a:solidFill>
                  <a:srgbClr val="272626"/>
                </a:solidFill>
                <a:effectLst/>
                <a:latin typeface="FuturaPTWeb-Heavy"/>
              </a:rPr>
              <a:t>DockerFile</a:t>
            </a:r>
            <a:endParaRPr lang="es-ES" b="1" i="0" dirty="0">
              <a:solidFill>
                <a:srgbClr val="272626"/>
              </a:solidFill>
              <a:effectLst/>
              <a:latin typeface="FuturaPTWeb-Heavy"/>
            </a:endParaRPr>
          </a:p>
          <a:p>
            <a:pPr algn="l">
              <a:buFont typeface="Arial" panose="020B0604020202020204" pitchFamily="34" charset="0"/>
              <a:buChar char="•"/>
            </a:pPr>
            <a:r>
              <a:rPr lang="es-ES" b="1" i="0" dirty="0">
                <a:solidFill>
                  <a:srgbClr val="969696"/>
                </a:solidFill>
                <a:effectLst/>
                <a:latin typeface="Open Sans" panose="020B0606030504020204" pitchFamily="34" charset="0"/>
              </a:rPr>
              <a:t>Archivo de texto que contiene todos los comandos necesarios que se correrán durante la creación y ejecución del contenedor</a:t>
            </a:r>
          </a:p>
          <a:p>
            <a:pPr algn="l">
              <a:buFont typeface="Arial" panose="020B0604020202020204" pitchFamily="34" charset="0"/>
              <a:buChar char="•"/>
            </a:pPr>
            <a:r>
              <a:rPr lang="es-ES" b="1" i="0" dirty="0">
                <a:solidFill>
                  <a:srgbClr val="969696"/>
                </a:solidFill>
                <a:effectLst/>
                <a:latin typeface="Open Sans" panose="020B0606030504020204" pitchFamily="34" charset="0"/>
              </a:rPr>
              <a:t>Utilizando </a:t>
            </a:r>
            <a:r>
              <a:rPr lang="es-ES" b="1" i="0" dirty="0" err="1">
                <a:solidFill>
                  <a:srgbClr val="969696"/>
                </a:solidFill>
                <a:effectLst/>
                <a:latin typeface="Open Sans" panose="020B0606030504020204" pitchFamily="34" charset="0"/>
              </a:rPr>
              <a:t>docker</a:t>
            </a:r>
            <a:r>
              <a:rPr lang="es-ES" b="1" i="0" dirty="0">
                <a:solidFill>
                  <a:srgbClr val="969696"/>
                </a:solidFill>
                <a:effectLst/>
                <a:latin typeface="Open Sans" panose="020B0606030504020204" pitchFamily="34" charset="0"/>
              </a:rPr>
              <a:t> </a:t>
            </a:r>
            <a:r>
              <a:rPr lang="es-ES" b="1" i="0" dirty="0" err="1">
                <a:solidFill>
                  <a:srgbClr val="969696"/>
                </a:solidFill>
                <a:effectLst/>
                <a:latin typeface="Open Sans" panose="020B0606030504020204" pitchFamily="34" charset="0"/>
              </a:rPr>
              <a:t>build</a:t>
            </a:r>
            <a:r>
              <a:rPr lang="es-ES" b="1" i="0" dirty="0">
                <a:solidFill>
                  <a:srgbClr val="969696"/>
                </a:solidFill>
                <a:effectLst/>
                <a:latin typeface="Open Sans" panose="020B0606030504020204" pitchFamily="34" charset="0"/>
              </a:rPr>
              <a:t> se creará una imagen partiendo de un determinado </a:t>
            </a:r>
            <a:r>
              <a:rPr lang="es-ES" b="1" i="0" dirty="0" err="1">
                <a:solidFill>
                  <a:srgbClr val="969696"/>
                </a:solidFill>
                <a:effectLst/>
                <a:latin typeface="Open Sans" panose="020B0606030504020204" pitchFamily="34" charset="0"/>
              </a:rPr>
              <a:t>dockerfile</a:t>
            </a:r>
            <a:r>
              <a:rPr lang="es-ES" b="1" i="0" dirty="0">
                <a:solidFill>
                  <a:srgbClr val="969696"/>
                </a:solidFill>
                <a:effectLst/>
                <a:latin typeface="Open Sans" panose="020B0606030504020204" pitchFamily="34" charset="0"/>
              </a:rPr>
              <a:t>.</a:t>
            </a:r>
          </a:p>
          <a:p>
            <a:pPr algn="l" fontAlgn="b"/>
            <a:r>
              <a:rPr lang="es-ES" b="1" i="0" dirty="0">
                <a:solidFill>
                  <a:srgbClr val="272626"/>
                </a:solidFill>
                <a:effectLst/>
                <a:latin typeface="FuturaPTWeb-Heavy"/>
              </a:rPr>
              <a:t>4. Docker </a:t>
            </a:r>
            <a:r>
              <a:rPr lang="es-ES" b="1" i="0" dirty="0" err="1">
                <a:solidFill>
                  <a:srgbClr val="272626"/>
                </a:solidFill>
                <a:effectLst/>
                <a:latin typeface="FuturaPTWeb-Heavy"/>
              </a:rPr>
              <a:t>Registry</a:t>
            </a:r>
            <a:endParaRPr lang="es-ES" b="1" i="0" dirty="0">
              <a:solidFill>
                <a:srgbClr val="272626"/>
              </a:solidFill>
              <a:effectLst/>
              <a:latin typeface="FuturaPTWeb-Heavy"/>
            </a:endParaRPr>
          </a:p>
          <a:p>
            <a:pPr algn="l">
              <a:buFont typeface="Arial" panose="020B0604020202020204" pitchFamily="34" charset="0"/>
              <a:buChar char="•"/>
            </a:pPr>
            <a:r>
              <a:rPr lang="es-ES" b="1" i="0" dirty="0">
                <a:solidFill>
                  <a:srgbClr val="969696"/>
                </a:solidFill>
                <a:effectLst/>
                <a:latin typeface="Open Sans" panose="020B0606030504020204" pitchFamily="34" charset="0"/>
              </a:rPr>
              <a:t>El Docker </a:t>
            </a:r>
            <a:r>
              <a:rPr lang="es-ES" b="1" i="0" dirty="0" err="1">
                <a:solidFill>
                  <a:srgbClr val="969696"/>
                </a:solidFill>
                <a:effectLst/>
                <a:latin typeface="Open Sans" panose="020B0606030504020204" pitchFamily="34" charset="0"/>
              </a:rPr>
              <a:t>Registry</a:t>
            </a:r>
            <a:r>
              <a:rPr lang="es-ES" b="1" i="0" dirty="0">
                <a:solidFill>
                  <a:srgbClr val="969696"/>
                </a:solidFill>
                <a:effectLst/>
                <a:latin typeface="Open Sans" panose="020B0606030504020204" pitchFamily="34" charset="0"/>
              </a:rPr>
              <a:t> se utiliza como repositorio de imágenes.</a:t>
            </a:r>
          </a:p>
          <a:p>
            <a:pPr algn="l">
              <a:buFont typeface="Arial" panose="020B0604020202020204" pitchFamily="34" charset="0"/>
              <a:buChar char="•"/>
            </a:pPr>
            <a:r>
              <a:rPr lang="es-ES" b="1" i="0" dirty="0">
                <a:solidFill>
                  <a:srgbClr val="969696"/>
                </a:solidFill>
                <a:effectLst/>
                <a:latin typeface="Open Sans" panose="020B0606030504020204" pitchFamily="34" charset="0"/>
              </a:rPr>
              <a:t>Se puede crear un </a:t>
            </a:r>
            <a:r>
              <a:rPr lang="es-ES" b="1" i="0" dirty="0" err="1">
                <a:solidFill>
                  <a:srgbClr val="969696"/>
                </a:solidFill>
                <a:effectLst/>
                <a:latin typeface="Open Sans" panose="020B0606030504020204" pitchFamily="34" charset="0"/>
              </a:rPr>
              <a:t>docker</a:t>
            </a:r>
            <a:r>
              <a:rPr lang="es-ES" b="1" i="0" dirty="0">
                <a:solidFill>
                  <a:srgbClr val="969696"/>
                </a:solidFill>
                <a:effectLst/>
                <a:latin typeface="Open Sans" panose="020B0606030504020204" pitchFamily="34" charset="0"/>
              </a:rPr>
              <a:t> </a:t>
            </a:r>
            <a:r>
              <a:rPr lang="es-ES" b="1" i="0" dirty="0" err="1">
                <a:solidFill>
                  <a:srgbClr val="969696"/>
                </a:solidFill>
                <a:effectLst/>
                <a:latin typeface="Open Sans" panose="020B0606030504020204" pitchFamily="34" charset="0"/>
              </a:rPr>
              <a:t>registry</a:t>
            </a:r>
            <a:r>
              <a:rPr lang="es-ES" b="1" i="0" dirty="0">
                <a:solidFill>
                  <a:srgbClr val="969696"/>
                </a:solidFill>
                <a:effectLst/>
                <a:latin typeface="Open Sans" panose="020B0606030504020204" pitchFamily="34" charset="0"/>
              </a:rPr>
              <a:t> propietario de cualquier proyecto o bien se puede utilizar alguno público</a:t>
            </a:r>
          </a:p>
          <a:p>
            <a:pPr algn="l">
              <a:buFont typeface="Arial" panose="020B0604020202020204" pitchFamily="34" charset="0"/>
              <a:buChar char="•"/>
            </a:pPr>
            <a:r>
              <a:rPr lang="es-ES" b="1" i="0" dirty="0">
                <a:solidFill>
                  <a:srgbClr val="969696"/>
                </a:solidFill>
                <a:effectLst/>
                <a:latin typeface="Open Sans" panose="020B0606030504020204" pitchFamily="34" charset="0"/>
              </a:rPr>
              <a:t>Ejemplos de Docker </a:t>
            </a:r>
            <a:r>
              <a:rPr lang="es-ES" b="1" i="0" dirty="0" err="1">
                <a:solidFill>
                  <a:srgbClr val="969696"/>
                </a:solidFill>
                <a:effectLst/>
                <a:latin typeface="Open Sans" panose="020B0606030504020204" pitchFamily="34" charset="0"/>
              </a:rPr>
              <a:t>Registry</a:t>
            </a:r>
            <a:r>
              <a:rPr lang="es-ES" b="1" i="0" dirty="0">
                <a:solidFill>
                  <a:srgbClr val="969696"/>
                </a:solidFill>
                <a:effectLst/>
                <a:latin typeface="Open Sans" panose="020B0606030504020204" pitchFamily="34" charset="0"/>
              </a:rPr>
              <a:t> públicos son </a:t>
            </a:r>
            <a:r>
              <a:rPr lang="es-ES" b="1" i="0" u="none" strike="noStrike" dirty="0">
                <a:solidFill>
                  <a:srgbClr val="409BE1"/>
                </a:solidFill>
                <a:effectLst/>
                <a:latin typeface="Open Sans" panose="020B0606030504020204" pitchFamily="34" charset="0"/>
                <a:hlinkClick r:id="rId2"/>
              </a:rPr>
              <a:t>Docker Hub</a:t>
            </a:r>
            <a:r>
              <a:rPr lang="es-ES" b="1" i="0" dirty="0">
                <a:solidFill>
                  <a:srgbClr val="969696"/>
                </a:solidFill>
                <a:effectLst/>
                <a:latin typeface="Open Sans" panose="020B0606030504020204" pitchFamily="34" charset="0"/>
              </a:rPr>
              <a:t> (gratuito) y </a:t>
            </a:r>
            <a:r>
              <a:rPr lang="es-ES" b="1" i="0" u="none" strike="noStrike" dirty="0">
                <a:solidFill>
                  <a:srgbClr val="409BE1"/>
                </a:solidFill>
                <a:effectLst/>
                <a:latin typeface="Open Sans" panose="020B0606030504020204" pitchFamily="34" charset="0"/>
                <a:hlinkClick r:id="rId3"/>
              </a:rPr>
              <a:t>Docker </a:t>
            </a:r>
            <a:r>
              <a:rPr lang="es-ES" b="1" i="0" u="none" strike="noStrike" dirty="0" err="1">
                <a:solidFill>
                  <a:srgbClr val="409BE1"/>
                </a:solidFill>
                <a:effectLst/>
                <a:latin typeface="Open Sans" panose="020B0606030504020204" pitchFamily="34" charset="0"/>
                <a:hlinkClick r:id="rId3"/>
              </a:rPr>
              <a:t>Trusted</a:t>
            </a:r>
            <a:r>
              <a:rPr lang="es-ES" b="1" i="0" u="none" strike="noStrike" dirty="0">
                <a:solidFill>
                  <a:srgbClr val="409BE1"/>
                </a:solidFill>
                <a:effectLst/>
                <a:latin typeface="Open Sans" panose="020B0606030504020204" pitchFamily="34" charset="0"/>
                <a:hlinkClick r:id="rId3"/>
              </a:rPr>
              <a:t> </a:t>
            </a:r>
            <a:r>
              <a:rPr lang="es-ES" b="1" i="0" u="none" strike="noStrike" dirty="0" err="1">
                <a:solidFill>
                  <a:srgbClr val="409BE1"/>
                </a:solidFill>
                <a:effectLst/>
                <a:latin typeface="Open Sans" panose="020B0606030504020204" pitchFamily="34" charset="0"/>
                <a:hlinkClick r:id="rId3"/>
              </a:rPr>
              <a:t>Registry</a:t>
            </a:r>
            <a:r>
              <a:rPr lang="es-ES" b="1" i="0" dirty="0">
                <a:solidFill>
                  <a:srgbClr val="969696"/>
                </a:solidFill>
                <a:effectLst/>
                <a:latin typeface="Open Sans" panose="020B0606030504020204" pitchFamily="34" charset="0"/>
              </a:rPr>
              <a:t> (con costo)</a:t>
            </a:r>
          </a:p>
          <a:p>
            <a:endParaRPr lang="es-MX" dirty="0"/>
          </a:p>
        </p:txBody>
      </p:sp>
    </p:spTree>
    <p:extLst>
      <p:ext uri="{BB962C8B-B14F-4D97-AF65-F5344CB8AC3E}">
        <p14:creationId xmlns:p14="http://schemas.microsoft.com/office/powerpoint/2010/main" val="2748717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E7DBC-F42B-460B-B6D7-EFF51B8C747C}"/>
              </a:ext>
            </a:extLst>
          </p:cNvPr>
          <p:cNvSpPr>
            <a:spLocks noGrp="1"/>
          </p:cNvSpPr>
          <p:nvPr>
            <p:ph type="title"/>
          </p:nvPr>
        </p:nvSpPr>
        <p:spPr>
          <a:xfrm>
            <a:off x="1097279" y="964692"/>
            <a:ext cx="10280469" cy="433034"/>
          </a:xfrm>
        </p:spPr>
        <p:txBody>
          <a:bodyPr>
            <a:normAutofit fontScale="90000"/>
          </a:bodyPr>
          <a:lstStyle/>
          <a:p>
            <a:r>
              <a:rPr lang="es-MX" b="1" i="0" dirty="0">
                <a:effectLst/>
                <a:latin typeface="Open Sans" panose="020B0606030504020204" pitchFamily="34" charset="0"/>
              </a:rPr>
              <a:t>Uniendo todos estos conceptos…</a:t>
            </a:r>
            <a:endParaRPr lang="es-MX" dirty="0"/>
          </a:p>
        </p:txBody>
      </p:sp>
      <p:pic>
        <p:nvPicPr>
          <p:cNvPr id="1026" name="Picture 2">
            <a:extLst>
              <a:ext uri="{FF2B5EF4-FFF2-40B4-BE49-F238E27FC236}">
                <a16:creationId xmlns:a16="http://schemas.microsoft.com/office/drawing/2014/main" id="{BABD20F4-5D82-4BBD-B6FC-549D867FC0F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18303" y="2638425"/>
            <a:ext cx="5155394" cy="310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863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2BC584F-D42E-4B03-A64B-C2BC647F1613}"/>
              </a:ext>
            </a:extLst>
          </p:cNvPr>
          <p:cNvSpPr>
            <a:spLocks noGrp="1"/>
          </p:cNvSpPr>
          <p:nvPr>
            <p:ph idx="1"/>
          </p:nvPr>
        </p:nvSpPr>
        <p:spPr>
          <a:xfrm>
            <a:off x="2231136" y="195944"/>
            <a:ext cx="7729728" cy="6413862"/>
          </a:xfrm>
        </p:spPr>
        <p:txBody>
          <a:bodyPr>
            <a:normAutofit fontScale="85000" lnSpcReduction="10000"/>
          </a:bodyPr>
          <a:lstStyle/>
          <a:p>
            <a:pPr algn="l" fontAlgn="b"/>
            <a:r>
              <a:rPr lang="es-ES" b="1" i="0" cap="all" dirty="0">
                <a:effectLst/>
                <a:latin typeface="FuturaPTWeb-Heavy"/>
              </a:rPr>
              <a:t>ALGUNOS COMANDOS BÁSICOS DEL DOCKERFILE</a:t>
            </a:r>
            <a:endParaRPr lang="es-ES" b="0" i="0" cap="all" dirty="0">
              <a:effectLst/>
              <a:latin typeface="FuturaPTWeb-Heavy"/>
            </a:endParaRPr>
          </a:p>
          <a:p>
            <a:pPr algn="l"/>
            <a:r>
              <a:rPr lang="es-ES" b="1" i="0" dirty="0">
                <a:effectLst/>
                <a:latin typeface="Open Sans" panose="020B0606030504020204" pitchFamily="34" charset="0"/>
              </a:rPr>
              <a:t>Los siguientes son algunos de los comandos básicos que pueden incluirse en el </a:t>
            </a:r>
            <a:r>
              <a:rPr lang="es-ES" b="1" i="0" dirty="0" err="1">
                <a:effectLst/>
                <a:latin typeface="Open Sans" panose="020B0606030504020204" pitchFamily="34" charset="0"/>
              </a:rPr>
              <a:t>DockerFile</a:t>
            </a:r>
            <a:r>
              <a:rPr lang="es-ES" b="1" i="0" dirty="0">
                <a:effectLst/>
                <a:latin typeface="Open Sans" panose="020B0606030504020204" pitchFamily="34" charset="0"/>
              </a:rPr>
              <a:t>. Veremos algunos ejemplos de ellos más adelante en el siguiente artículo, cuando mostremos un ejemplo de funcionamiento.</a:t>
            </a:r>
          </a:p>
          <a:p>
            <a:pPr algn="l">
              <a:buFont typeface="Arial" panose="020B0604020202020204" pitchFamily="34" charset="0"/>
              <a:buChar char="•"/>
            </a:pPr>
            <a:r>
              <a:rPr lang="es-ES" b="1" i="0" cap="all" dirty="0">
                <a:solidFill>
                  <a:srgbClr val="404040"/>
                </a:solidFill>
                <a:effectLst/>
                <a:latin typeface="Open Sans" panose="020B0606030504020204" pitchFamily="34" charset="0"/>
              </a:rPr>
              <a:t>FROM</a:t>
            </a:r>
            <a:r>
              <a:rPr lang="es-ES" b="1" i="0" dirty="0">
                <a:solidFill>
                  <a:srgbClr val="969696"/>
                </a:solidFill>
                <a:effectLst/>
                <a:latin typeface="Open Sans" panose="020B0606030504020204" pitchFamily="34" charset="0"/>
              </a:rPr>
              <a:t>: inicializa un nuevo </a:t>
            </a:r>
            <a:r>
              <a:rPr lang="es-ES" b="1" i="0" dirty="0" err="1">
                <a:solidFill>
                  <a:srgbClr val="969696"/>
                </a:solidFill>
                <a:effectLst/>
                <a:latin typeface="Open Sans" panose="020B0606030504020204" pitchFamily="34" charset="0"/>
              </a:rPr>
              <a:t>build</a:t>
            </a:r>
            <a:r>
              <a:rPr lang="es-ES" b="1" i="0" dirty="0">
                <a:solidFill>
                  <a:srgbClr val="969696"/>
                </a:solidFill>
                <a:effectLst/>
                <a:latin typeface="Open Sans" panose="020B0606030504020204" pitchFamily="34" charset="0"/>
              </a:rPr>
              <a:t> </a:t>
            </a:r>
            <a:r>
              <a:rPr lang="es-ES" b="1" i="0" dirty="0" err="1">
                <a:solidFill>
                  <a:srgbClr val="969696"/>
                </a:solidFill>
                <a:effectLst/>
                <a:latin typeface="Open Sans" panose="020B0606030504020204" pitchFamily="34" charset="0"/>
              </a:rPr>
              <a:t>stage</a:t>
            </a:r>
            <a:r>
              <a:rPr lang="es-ES" b="1" i="0" dirty="0">
                <a:solidFill>
                  <a:srgbClr val="969696"/>
                </a:solidFill>
                <a:effectLst/>
                <a:latin typeface="Open Sans" panose="020B0606030504020204" pitchFamily="34" charset="0"/>
              </a:rPr>
              <a:t> y toma una imagen base desde la cual heredar la actual.</a:t>
            </a:r>
          </a:p>
          <a:p>
            <a:pPr algn="l">
              <a:buFont typeface="Arial" panose="020B0604020202020204" pitchFamily="34" charset="0"/>
              <a:buChar char="•"/>
            </a:pPr>
            <a:r>
              <a:rPr lang="es-ES" b="1" i="0" cap="all" dirty="0">
                <a:solidFill>
                  <a:srgbClr val="404040"/>
                </a:solidFill>
                <a:effectLst/>
                <a:latin typeface="Open Sans" panose="020B0606030504020204" pitchFamily="34" charset="0"/>
              </a:rPr>
              <a:t>RUN</a:t>
            </a:r>
            <a:r>
              <a:rPr lang="es-ES" b="1" i="0" dirty="0">
                <a:solidFill>
                  <a:srgbClr val="969696"/>
                </a:solidFill>
                <a:effectLst/>
                <a:latin typeface="Open Sans" panose="020B0606030504020204" pitchFamily="34" charset="0"/>
              </a:rPr>
              <a:t>: Ejecuta una instrucción cualquiera desde línea de comando. A partir del resultado se generará un </a:t>
            </a:r>
            <a:r>
              <a:rPr lang="es-ES" b="1" i="0" dirty="0" err="1">
                <a:solidFill>
                  <a:srgbClr val="969696"/>
                </a:solidFill>
                <a:effectLst/>
                <a:latin typeface="Open Sans" panose="020B0606030504020204" pitchFamily="34" charset="0"/>
              </a:rPr>
              <a:t>commit</a:t>
            </a:r>
            <a:r>
              <a:rPr lang="es-ES" b="1" i="0" dirty="0">
                <a:solidFill>
                  <a:srgbClr val="969696"/>
                </a:solidFill>
                <a:effectLst/>
                <a:latin typeface="Open Sans" panose="020B0606030504020204" pitchFamily="34" charset="0"/>
              </a:rPr>
              <a:t> que será </a:t>
            </a:r>
            <a:r>
              <a:rPr lang="es-ES" b="1" i="0" dirty="0" err="1">
                <a:solidFill>
                  <a:srgbClr val="969696"/>
                </a:solidFill>
                <a:effectLst/>
                <a:latin typeface="Open Sans" panose="020B0606030504020204" pitchFamily="34" charset="0"/>
              </a:rPr>
              <a:t>pusheado</a:t>
            </a:r>
            <a:r>
              <a:rPr lang="es-ES" b="1" i="0" dirty="0">
                <a:solidFill>
                  <a:srgbClr val="969696"/>
                </a:solidFill>
                <a:effectLst/>
                <a:latin typeface="Open Sans" panose="020B0606030504020204" pitchFamily="34" charset="0"/>
              </a:rPr>
              <a:t> al repositorio como una nueva imagen.</a:t>
            </a:r>
          </a:p>
          <a:p>
            <a:pPr algn="l">
              <a:buFont typeface="Arial" panose="020B0604020202020204" pitchFamily="34" charset="0"/>
              <a:buChar char="•"/>
            </a:pPr>
            <a:r>
              <a:rPr lang="es-ES" b="1" i="0" cap="all" dirty="0">
                <a:solidFill>
                  <a:srgbClr val="404040"/>
                </a:solidFill>
                <a:effectLst/>
                <a:latin typeface="Open Sans" panose="020B0606030504020204" pitchFamily="34" charset="0"/>
              </a:rPr>
              <a:t>CMD</a:t>
            </a:r>
            <a:r>
              <a:rPr lang="es-ES" b="1" i="0" dirty="0">
                <a:solidFill>
                  <a:srgbClr val="969696"/>
                </a:solidFill>
                <a:effectLst/>
                <a:latin typeface="Open Sans" panose="020B0606030504020204" pitchFamily="34" charset="0"/>
              </a:rPr>
              <a:t>: Solo puede existir un CMD por cada </a:t>
            </a:r>
            <a:r>
              <a:rPr lang="es-ES" b="1" i="0" dirty="0" err="1">
                <a:solidFill>
                  <a:srgbClr val="969696"/>
                </a:solidFill>
                <a:effectLst/>
                <a:latin typeface="Open Sans" panose="020B0606030504020204" pitchFamily="34" charset="0"/>
              </a:rPr>
              <a:t>DockerFile</a:t>
            </a:r>
            <a:r>
              <a:rPr lang="es-ES" b="1" i="0" dirty="0">
                <a:solidFill>
                  <a:srgbClr val="969696"/>
                </a:solidFill>
                <a:effectLst/>
                <a:latin typeface="Open Sans" panose="020B0606030504020204" pitchFamily="34" charset="0"/>
              </a:rPr>
              <a:t>. Su principal propósito es proveer el comportamiento default de un contenedor en ejecución. En otras palabras, es el resultado final del contenedor con el comando que finalmente se desea correr. La diferencia con RUN es que CMD no ejecuta ningún </a:t>
            </a:r>
            <a:r>
              <a:rPr lang="es-ES" b="1" i="0" dirty="0" err="1">
                <a:solidFill>
                  <a:srgbClr val="969696"/>
                </a:solidFill>
                <a:effectLst/>
                <a:latin typeface="Open Sans" panose="020B0606030504020204" pitchFamily="34" charset="0"/>
              </a:rPr>
              <a:t>commit</a:t>
            </a:r>
            <a:r>
              <a:rPr lang="es-ES" b="1" i="0" dirty="0">
                <a:solidFill>
                  <a:srgbClr val="969696"/>
                </a:solidFill>
                <a:effectLst/>
                <a:latin typeface="Open Sans" panose="020B0606030504020204" pitchFamily="34" charset="0"/>
              </a:rPr>
              <a:t> (no interviene en el proceso de </a:t>
            </a:r>
            <a:r>
              <a:rPr lang="es-ES" b="1" i="0" dirty="0" err="1">
                <a:solidFill>
                  <a:srgbClr val="969696"/>
                </a:solidFill>
                <a:effectLst/>
                <a:latin typeface="Open Sans" panose="020B0606030504020204" pitchFamily="34" charset="0"/>
              </a:rPr>
              <a:t>build</a:t>
            </a:r>
            <a:r>
              <a:rPr lang="es-ES" b="1" i="0" dirty="0">
                <a:solidFill>
                  <a:srgbClr val="969696"/>
                </a:solidFill>
                <a:effectLst/>
                <a:latin typeface="Open Sans" panose="020B0606030504020204" pitchFamily="34" charset="0"/>
              </a:rPr>
              <a:t> del contenedor).</a:t>
            </a:r>
          </a:p>
          <a:p>
            <a:pPr algn="l">
              <a:buFont typeface="Arial" panose="020B0604020202020204" pitchFamily="34" charset="0"/>
              <a:buChar char="•"/>
            </a:pPr>
            <a:r>
              <a:rPr lang="es-ES" b="1" i="0" cap="all" dirty="0">
                <a:solidFill>
                  <a:srgbClr val="404040"/>
                </a:solidFill>
                <a:effectLst/>
                <a:latin typeface="Open Sans" panose="020B0606030504020204" pitchFamily="34" charset="0"/>
              </a:rPr>
              <a:t>LABEL</a:t>
            </a:r>
            <a:r>
              <a:rPr lang="es-ES" b="1" i="0" dirty="0">
                <a:solidFill>
                  <a:srgbClr val="969696"/>
                </a:solidFill>
                <a:effectLst/>
                <a:latin typeface="Open Sans" panose="020B0606030504020204" pitchFamily="34" charset="0"/>
              </a:rPr>
              <a:t>: Sirve para agregar </a:t>
            </a:r>
            <a:r>
              <a:rPr lang="es-ES" b="1" i="0" dirty="0" err="1">
                <a:solidFill>
                  <a:srgbClr val="969696"/>
                </a:solidFill>
                <a:effectLst/>
                <a:latin typeface="Open Sans" panose="020B0606030504020204" pitchFamily="34" charset="0"/>
              </a:rPr>
              <a:t>metadata</a:t>
            </a:r>
            <a:r>
              <a:rPr lang="es-ES" b="1" i="0" dirty="0">
                <a:solidFill>
                  <a:srgbClr val="969696"/>
                </a:solidFill>
                <a:effectLst/>
                <a:latin typeface="Open Sans" panose="020B0606030504020204" pitchFamily="34" charset="0"/>
              </a:rPr>
              <a:t> (variables) a la imagen. Se definen de una forma similar a las entradas de un </a:t>
            </a:r>
            <a:r>
              <a:rPr lang="es-ES" b="1" i="0" dirty="0" err="1">
                <a:solidFill>
                  <a:srgbClr val="969696"/>
                </a:solidFill>
                <a:effectLst/>
                <a:latin typeface="Open Sans" panose="020B0606030504020204" pitchFamily="34" charset="0"/>
              </a:rPr>
              <a:t>properties</a:t>
            </a:r>
            <a:r>
              <a:rPr lang="es-ES" b="1" i="0" dirty="0">
                <a:solidFill>
                  <a:srgbClr val="969696"/>
                </a:solidFill>
                <a:effectLst/>
                <a:latin typeface="Open Sans" panose="020B0606030504020204" pitchFamily="34" charset="0"/>
              </a:rPr>
              <a:t> file.</a:t>
            </a:r>
          </a:p>
          <a:p>
            <a:pPr algn="l">
              <a:buFont typeface="Arial" panose="020B0604020202020204" pitchFamily="34" charset="0"/>
              <a:buChar char="•"/>
            </a:pPr>
            <a:r>
              <a:rPr lang="es-ES" b="1" i="0" cap="all" dirty="0">
                <a:solidFill>
                  <a:srgbClr val="404040"/>
                </a:solidFill>
                <a:effectLst/>
                <a:latin typeface="Open Sans" panose="020B0606030504020204" pitchFamily="34" charset="0"/>
              </a:rPr>
              <a:t>EXPOSE</a:t>
            </a:r>
            <a:r>
              <a:rPr lang="es-ES" b="1" i="0" dirty="0">
                <a:solidFill>
                  <a:srgbClr val="969696"/>
                </a:solidFill>
                <a:effectLst/>
                <a:latin typeface="Open Sans" panose="020B0606030504020204" pitchFamily="34" charset="0"/>
              </a:rPr>
              <a:t>: Expone un puerto hacia el exterior del contenedor en ejecución.</a:t>
            </a:r>
          </a:p>
          <a:p>
            <a:pPr algn="l">
              <a:buFont typeface="Arial" panose="020B0604020202020204" pitchFamily="34" charset="0"/>
              <a:buChar char="•"/>
            </a:pPr>
            <a:r>
              <a:rPr lang="es-ES" b="1" i="0" cap="all" dirty="0">
                <a:solidFill>
                  <a:srgbClr val="404040"/>
                </a:solidFill>
                <a:effectLst/>
                <a:latin typeface="Open Sans" panose="020B0606030504020204" pitchFamily="34" charset="0"/>
              </a:rPr>
              <a:t>ADD</a:t>
            </a:r>
            <a:r>
              <a:rPr lang="es-ES" b="1" i="0" dirty="0">
                <a:solidFill>
                  <a:srgbClr val="969696"/>
                </a:solidFill>
                <a:effectLst/>
                <a:latin typeface="Open Sans" panose="020B0606030504020204" pitchFamily="34" charset="0"/>
              </a:rPr>
              <a:t>: Copia archivos o carpetas desde una fuente origen (en local o remota) hacia algún sitio determinado dentro del </a:t>
            </a:r>
            <a:r>
              <a:rPr lang="es-ES" b="1" i="0" dirty="0" err="1">
                <a:solidFill>
                  <a:srgbClr val="969696"/>
                </a:solidFill>
                <a:effectLst/>
                <a:latin typeface="Open Sans" panose="020B0606030504020204" pitchFamily="34" charset="0"/>
              </a:rPr>
              <a:t>filesystem</a:t>
            </a:r>
            <a:r>
              <a:rPr lang="es-ES" b="1" i="0" dirty="0">
                <a:solidFill>
                  <a:srgbClr val="969696"/>
                </a:solidFill>
                <a:effectLst/>
                <a:latin typeface="Open Sans" panose="020B0606030504020204" pitchFamily="34" charset="0"/>
              </a:rPr>
              <a:t> de la imagen.</a:t>
            </a:r>
          </a:p>
          <a:p>
            <a:pPr algn="l">
              <a:buFont typeface="Arial" panose="020B0604020202020204" pitchFamily="34" charset="0"/>
              <a:buChar char="•"/>
            </a:pPr>
            <a:r>
              <a:rPr lang="es-ES" b="1" i="0" cap="all" dirty="0">
                <a:solidFill>
                  <a:srgbClr val="404040"/>
                </a:solidFill>
                <a:effectLst/>
                <a:latin typeface="Open Sans" panose="020B0606030504020204" pitchFamily="34" charset="0"/>
              </a:rPr>
              <a:t>COPY</a:t>
            </a:r>
            <a:r>
              <a:rPr lang="es-ES" b="1" i="0" dirty="0">
                <a:solidFill>
                  <a:srgbClr val="969696"/>
                </a:solidFill>
                <a:effectLst/>
                <a:latin typeface="Open Sans" panose="020B0606030504020204" pitchFamily="34" charset="0"/>
              </a:rPr>
              <a:t>: Su propósito es similar al ADD, pero se entiende que el uso de COPY es exclusivo a recursos que provienen desde la máquina local (host) dejando el uso de ADD para cuando se quieran descargar recursos externos desde una URL.</a:t>
            </a:r>
          </a:p>
          <a:p>
            <a:endParaRPr lang="es-MX" dirty="0"/>
          </a:p>
        </p:txBody>
      </p:sp>
    </p:spTree>
    <p:extLst>
      <p:ext uri="{BB962C8B-B14F-4D97-AF65-F5344CB8AC3E}">
        <p14:creationId xmlns:p14="http://schemas.microsoft.com/office/powerpoint/2010/main" val="2712985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E474DC2B-9307-4FB4-A2E1-EC0808DC15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6488"/>
          <a:stretch/>
        </p:blipFill>
        <p:spPr bwMode="auto">
          <a:xfrm>
            <a:off x="4650909" y="10"/>
            <a:ext cx="7541090" cy="6857989"/>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AEA530A-515C-4213-AB92-A8778B810353}"/>
              </a:ext>
            </a:extLst>
          </p:cNvPr>
          <p:cNvSpPr>
            <a:spLocks noGrp="1"/>
          </p:cNvSpPr>
          <p:nvPr>
            <p:ph type="title"/>
          </p:nvPr>
        </p:nvSpPr>
        <p:spPr>
          <a:xfrm>
            <a:off x="643467" y="643467"/>
            <a:ext cx="3363974" cy="833641"/>
          </a:xfrm>
          <a:noFill/>
          <a:ln>
            <a:solidFill>
              <a:schemeClr val="bg1"/>
            </a:solidFill>
          </a:ln>
        </p:spPr>
        <p:txBody>
          <a:bodyPr wrap="square">
            <a:normAutofit fontScale="90000"/>
          </a:bodyPr>
          <a:lstStyle/>
          <a:p>
            <a:r>
              <a:rPr lang="es-ES" sz="2000" b="1" i="0" cap="all" dirty="0">
                <a:solidFill>
                  <a:schemeClr val="bg1"/>
                </a:solidFill>
                <a:effectLst/>
                <a:latin typeface="FuturaPTWeb-Heavy"/>
              </a:rPr>
              <a:t>CICLO DE VIDA DE UN CONTENEDOR</a:t>
            </a:r>
            <a:br>
              <a:rPr lang="es-ES" sz="2400" b="0" i="0" cap="all" dirty="0">
                <a:solidFill>
                  <a:schemeClr val="bg1"/>
                </a:solidFill>
                <a:effectLst/>
                <a:latin typeface="FuturaPTWeb-Heavy"/>
              </a:rPr>
            </a:br>
            <a:endParaRPr lang="es-MX" sz="2400" dirty="0">
              <a:solidFill>
                <a:schemeClr val="bg1"/>
              </a:solidFill>
            </a:endParaRPr>
          </a:p>
        </p:txBody>
      </p:sp>
      <p:sp>
        <p:nvSpPr>
          <p:cNvPr id="3" name="Marcador de contenido 2">
            <a:extLst>
              <a:ext uri="{FF2B5EF4-FFF2-40B4-BE49-F238E27FC236}">
                <a16:creationId xmlns:a16="http://schemas.microsoft.com/office/drawing/2014/main" id="{B7B53A22-FEAF-4BE1-82EF-26AD86F5CE3D}"/>
              </a:ext>
            </a:extLst>
          </p:cNvPr>
          <p:cNvSpPr>
            <a:spLocks noGrp="1"/>
          </p:cNvSpPr>
          <p:nvPr>
            <p:ph idx="1"/>
          </p:nvPr>
        </p:nvSpPr>
        <p:spPr>
          <a:xfrm>
            <a:off x="643468" y="1674055"/>
            <a:ext cx="3363974" cy="4379611"/>
          </a:xfrm>
        </p:spPr>
        <p:txBody>
          <a:bodyPr>
            <a:normAutofit/>
          </a:bodyPr>
          <a:lstStyle/>
          <a:p>
            <a:pPr>
              <a:lnSpc>
                <a:spcPct val="90000"/>
              </a:lnSpc>
            </a:pPr>
            <a:r>
              <a:rPr lang="es-ES" sz="1500" b="1" i="0" dirty="0">
                <a:solidFill>
                  <a:schemeClr val="bg1"/>
                </a:solidFill>
                <a:effectLst/>
                <a:latin typeface="Open Sans" panose="020B0606030504020204" pitchFamily="34" charset="0"/>
              </a:rPr>
              <a:t>Haciendo foco particularmente en el contenedor, podemos mencionar que los diferentes estados que este puede manejar son “</a:t>
            </a:r>
            <a:r>
              <a:rPr lang="es-ES" sz="1500" b="1" i="0" dirty="0" err="1">
                <a:solidFill>
                  <a:schemeClr val="bg1"/>
                </a:solidFill>
                <a:effectLst/>
                <a:latin typeface="Open Sans" panose="020B0606030504020204" pitchFamily="34" charset="0"/>
              </a:rPr>
              <a:t>Created</a:t>
            </a:r>
            <a:r>
              <a:rPr lang="es-ES" sz="1500" b="1" i="0" dirty="0">
                <a:solidFill>
                  <a:schemeClr val="bg1"/>
                </a:solidFill>
                <a:effectLst/>
                <a:latin typeface="Open Sans" panose="020B0606030504020204" pitchFamily="34" charset="0"/>
              </a:rPr>
              <a:t>”, “Running”, “</a:t>
            </a:r>
            <a:r>
              <a:rPr lang="es-ES" sz="1500" b="1" i="0" dirty="0" err="1">
                <a:solidFill>
                  <a:schemeClr val="bg1"/>
                </a:solidFill>
                <a:effectLst/>
                <a:latin typeface="Open Sans" panose="020B0606030504020204" pitchFamily="34" charset="0"/>
              </a:rPr>
              <a:t>Stopped</a:t>
            </a:r>
            <a:r>
              <a:rPr lang="es-ES" sz="1500" b="1" i="0" dirty="0">
                <a:solidFill>
                  <a:schemeClr val="bg1"/>
                </a:solidFill>
                <a:effectLst/>
                <a:latin typeface="Open Sans" panose="020B0606030504020204" pitchFamily="34" charset="0"/>
              </a:rPr>
              <a:t>”, “</a:t>
            </a:r>
            <a:r>
              <a:rPr lang="es-ES" sz="1500" b="1" i="0" dirty="0" err="1">
                <a:solidFill>
                  <a:schemeClr val="bg1"/>
                </a:solidFill>
                <a:effectLst/>
                <a:latin typeface="Open Sans" panose="020B0606030504020204" pitchFamily="34" charset="0"/>
              </a:rPr>
              <a:t>Paused</a:t>
            </a:r>
            <a:r>
              <a:rPr lang="es-ES" sz="1500" b="1" i="0" dirty="0">
                <a:solidFill>
                  <a:schemeClr val="bg1"/>
                </a:solidFill>
                <a:effectLst/>
                <a:latin typeface="Open Sans" panose="020B0606030504020204" pitchFamily="34" charset="0"/>
              </a:rPr>
              <a:t>”, “</a:t>
            </a:r>
            <a:r>
              <a:rPr lang="es-ES" sz="1500" b="1" i="0" dirty="0" err="1">
                <a:solidFill>
                  <a:schemeClr val="bg1"/>
                </a:solidFill>
                <a:effectLst/>
                <a:latin typeface="Open Sans" panose="020B0606030504020204" pitchFamily="34" charset="0"/>
              </a:rPr>
              <a:t>Killed</a:t>
            </a:r>
            <a:r>
              <a:rPr lang="es-ES" sz="1500" b="1" i="0" dirty="0">
                <a:solidFill>
                  <a:schemeClr val="bg1"/>
                </a:solidFill>
                <a:effectLst/>
                <a:latin typeface="Open Sans" panose="020B0606030504020204" pitchFamily="34" charset="0"/>
              </a:rPr>
              <a:t>”.</a:t>
            </a:r>
          </a:p>
          <a:p>
            <a:pPr>
              <a:lnSpc>
                <a:spcPct val="90000"/>
              </a:lnSpc>
            </a:pPr>
            <a:r>
              <a:rPr lang="es-ES" sz="1500" b="1" i="0" dirty="0">
                <a:solidFill>
                  <a:schemeClr val="bg1"/>
                </a:solidFill>
                <a:effectLst/>
                <a:latin typeface="Open Sans" panose="020B0606030504020204" pitchFamily="34" charset="0"/>
              </a:rPr>
              <a:t>Visto gráficamente estos son los estados con las transiciones correspondientes a cada comando que se puede ejecutar sobre un contenedor.</a:t>
            </a:r>
          </a:p>
          <a:p>
            <a:pPr>
              <a:lnSpc>
                <a:spcPct val="90000"/>
              </a:lnSpc>
            </a:pPr>
            <a:endParaRPr lang="es-ES" sz="1500" b="1" i="0" dirty="0">
              <a:solidFill>
                <a:schemeClr val="bg1"/>
              </a:solidFill>
              <a:effectLst/>
              <a:latin typeface="Open Sans" panose="020B0606030504020204" pitchFamily="34" charset="0"/>
            </a:endParaRPr>
          </a:p>
          <a:p>
            <a:pPr marL="0" indent="0">
              <a:lnSpc>
                <a:spcPct val="90000"/>
              </a:lnSpc>
              <a:buNone/>
            </a:pPr>
            <a:endParaRPr lang="es-MX" sz="1500" dirty="0">
              <a:solidFill>
                <a:schemeClr val="bg1"/>
              </a:solidFill>
            </a:endParaRPr>
          </a:p>
        </p:txBody>
      </p:sp>
    </p:spTree>
    <p:extLst>
      <p:ext uri="{BB962C8B-B14F-4D97-AF65-F5344CB8AC3E}">
        <p14:creationId xmlns:p14="http://schemas.microsoft.com/office/powerpoint/2010/main" val="2684796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6D673B0-30FF-484B-9B4D-662E9AE72D4A}"/>
              </a:ext>
            </a:extLst>
          </p:cNvPr>
          <p:cNvSpPr>
            <a:spLocks noGrp="1"/>
          </p:cNvSpPr>
          <p:nvPr>
            <p:ph idx="1"/>
          </p:nvPr>
        </p:nvSpPr>
        <p:spPr>
          <a:xfrm>
            <a:off x="1956817" y="1280161"/>
            <a:ext cx="7729728" cy="3931919"/>
          </a:xfrm>
        </p:spPr>
        <p:txBody>
          <a:bodyPr>
            <a:normAutofit lnSpcReduction="10000"/>
          </a:bodyPr>
          <a:lstStyle/>
          <a:p>
            <a:pPr marL="0" indent="0" algn="l" fontAlgn="base">
              <a:buNone/>
            </a:pPr>
            <a:r>
              <a:rPr lang="es-ES" b="0" i="0" dirty="0">
                <a:solidFill>
                  <a:srgbClr val="666666"/>
                </a:solidFill>
                <a:effectLst/>
                <a:latin typeface="Helvetica Neue"/>
              </a:rPr>
              <a:t>Iniciando </a:t>
            </a:r>
            <a:r>
              <a:rPr lang="es-ES" b="0" i="0" dirty="0" err="1">
                <a:solidFill>
                  <a:srgbClr val="666666"/>
                </a:solidFill>
                <a:effectLst/>
                <a:latin typeface="Helvetica Neue"/>
              </a:rPr>
              <a:t>Sonarqube</a:t>
            </a:r>
            <a:endParaRPr lang="es-ES" b="0" i="0" dirty="0">
              <a:solidFill>
                <a:srgbClr val="666666"/>
              </a:solidFill>
              <a:effectLst/>
              <a:latin typeface="Helvetica Neue"/>
            </a:endParaRPr>
          </a:p>
          <a:p>
            <a:pPr algn="l" fontAlgn="base"/>
            <a:r>
              <a:rPr lang="es-ES" b="0" i="0" dirty="0">
                <a:solidFill>
                  <a:srgbClr val="666666"/>
                </a:solidFill>
                <a:effectLst/>
                <a:latin typeface="Helvetica Neue"/>
              </a:rPr>
              <a:t>Una vez tenemos instalado </a:t>
            </a:r>
            <a:r>
              <a:rPr lang="es-ES" b="0" i="0" dirty="0" err="1">
                <a:solidFill>
                  <a:srgbClr val="666666"/>
                </a:solidFill>
                <a:effectLst/>
                <a:latin typeface="Helvetica Neue"/>
              </a:rPr>
              <a:t>docker</a:t>
            </a:r>
            <a:r>
              <a:rPr lang="es-ES" b="0" i="0" dirty="0">
                <a:solidFill>
                  <a:srgbClr val="666666"/>
                </a:solidFill>
                <a:effectLst/>
                <a:latin typeface="Helvetica Neue"/>
              </a:rPr>
              <a:t> lo iniciamos:</a:t>
            </a:r>
          </a:p>
          <a:p>
            <a:pPr algn="l" fontAlgn="base"/>
            <a:r>
              <a:rPr lang="es-ES" b="0" i="0" dirty="0" err="1">
                <a:solidFill>
                  <a:srgbClr val="666666"/>
                </a:solidFill>
                <a:effectLst/>
                <a:latin typeface="Helvetica Neue"/>
              </a:rPr>
              <a:t>systemctl</a:t>
            </a:r>
            <a:r>
              <a:rPr lang="es-ES" b="0" i="0" dirty="0">
                <a:solidFill>
                  <a:srgbClr val="666666"/>
                </a:solidFill>
                <a:effectLst/>
                <a:latin typeface="Helvetica Neue"/>
              </a:rPr>
              <a:t> </a:t>
            </a:r>
            <a:r>
              <a:rPr lang="es-ES" b="0" i="0" dirty="0" err="1">
                <a:solidFill>
                  <a:srgbClr val="666666"/>
                </a:solidFill>
                <a:effectLst/>
                <a:latin typeface="Helvetica Neue"/>
              </a:rPr>
              <a:t>start</a:t>
            </a:r>
            <a:r>
              <a:rPr lang="es-ES" b="0" i="0" dirty="0">
                <a:solidFill>
                  <a:srgbClr val="666666"/>
                </a:solidFill>
                <a:effectLst/>
                <a:latin typeface="Helvetica Neue"/>
              </a:rPr>
              <a:t> </a:t>
            </a:r>
            <a:r>
              <a:rPr lang="es-ES" b="0" i="0" dirty="0" err="1">
                <a:solidFill>
                  <a:srgbClr val="666666"/>
                </a:solidFill>
                <a:effectLst/>
                <a:latin typeface="Helvetica Neue"/>
              </a:rPr>
              <a:t>docker.service</a:t>
            </a:r>
            <a:endParaRPr lang="es-ES" b="0" i="0" dirty="0">
              <a:solidFill>
                <a:srgbClr val="666666"/>
              </a:solidFill>
              <a:effectLst/>
              <a:latin typeface="Helvetica Neue"/>
            </a:endParaRPr>
          </a:p>
          <a:p>
            <a:pPr algn="l" fontAlgn="base"/>
            <a:r>
              <a:rPr lang="es-ES" b="0" i="0" dirty="0">
                <a:solidFill>
                  <a:srgbClr val="666666"/>
                </a:solidFill>
                <a:effectLst/>
                <a:latin typeface="Helvetica Neue"/>
              </a:rPr>
              <a:t>Descargamos SonarQube y sonar-scanner:</a:t>
            </a:r>
          </a:p>
          <a:p>
            <a:pPr marL="0" indent="0" algn="l" fontAlgn="base">
              <a:buNone/>
            </a:pPr>
            <a:r>
              <a:rPr lang="sv-SE" b="0" i="0" dirty="0">
                <a:solidFill>
                  <a:srgbClr val="666666"/>
                </a:solidFill>
                <a:effectLst/>
                <a:highlight>
                  <a:srgbClr val="FFFF00"/>
                </a:highlight>
                <a:latin typeface="Helvetica Neue"/>
              </a:rPr>
              <a:t>docker pull newtmitch/sonar-scanner</a:t>
            </a:r>
          </a:p>
          <a:p>
            <a:pPr marL="0" indent="0" algn="l" fontAlgn="base">
              <a:buNone/>
            </a:pPr>
            <a:r>
              <a:rPr lang="sv-SE" b="0" i="0" dirty="0">
                <a:solidFill>
                  <a:srgbClr val="666666"/>
                </a:solidFill>
                <a:effectLst/>
                <a:highlight>
                  <a:srgbClr val="FFFF00"/>
                </a:highlight>
                <a:latin typeface="Helvetica Neue"/>
              </a:rPr>
              <a:t>docker pull sonarqube</a:t>
            </a:r>
          </a:p>
          <a:p>
            <a:pPr marL="0" indent="0" algn="l" fontAlgn="base">
              <a:buNone/>
            </a:pPr>
            <a:r>
              <a:rPr lang="es-MX" b="0" i="0" dirty="0">
                <a:solidFill>
                  <a:srgbClr val="666666"/>
                </a:solidFill>
                <a:effectLst/>
                <a:latin typeface="Helvetica Neue"/>
              </a:rPr>
              <a:t>Iniciamos SonarQube:</a:t>
            </a:r>
            <a:endParaRPr lang="sv-SE" dirty="0">
              <a:solidFill>
                <a:srgbClr val="666666"/>
              </a:solidFill>
              <a:highlight>
                <a:srgbClr val="FFFF00"/>
              </a:highlight>
              <a:latin typeface="Helvetica Neue"/>
            </a:endParaRPr>
          </a:p>
          <a:p>
            <a:pPr marL="0" indent="0" algn="l" fontAlgn="base">
              <a:buNone/>
            </a:pPr>
            <a:r>
              <a:rPr lang="en-US" b="0" i="0" dirty="0">
                <a:solidFill>
                  <a:srgbClr val="666666"/>
                </a:solidFill>
                <a:effectLst/>
                <a:highlight>
                  <a:srgbClr val="FFFF00"/>
                </a:highlight>
                <a:latin typeface="Helvetica Neue"/>
              </a:rPr>
              <a:t>docker run -it -v /path/to/source/code/:/root/</a:t>
            </a:r>
            <a:r>
              <a:rPr lang="en-US" b="0" i="0" dirty="0" err="1">
                <a:solidFill>
                  <a:srgbClr val="666666"/>
                </a:solidFill>
                <a:effectLst/>
                <a:highlight>
                  <a:srgbClr val="FFFF00"/>
                </a:highlight>
                <a:latin typeface="Helvetica Neue"/>
              </a:rPr>
              <a:t>src</a:t>
            </a:r>
            <a:r>
              <a:rPr lang="en-US" b="0" i="0" dirty="0">
                <a:solidFill>
                  <a:srgbClr val="666666"/>
                </a:solidFill>
                <a:effectLst/>
                <a:highlight>
                  <a:srgbClr val="FFFF00"/>
                </a:highlight>
                <a:latin typeface="Helvetica Neue"/>
              </a:rPr>
              <a:t> --link </a:t>
            </a:r>
            <a:r>
              <a:rPr lang="en-US" b="0" i="0" dirty="0" err="1">
                <a:solidFill>
                  <a:srgbClr val="666666"/>
                </a:solidFill>
                <a:effectLst/>
                <a:highlight>
                  <a:srgbClr val="FFFF00"/>
                </a:highlight>
                <a:latin typeface="Helvetica Neue"/>
              </a:rPr>
              <a:t>sonarqube</a:t>
            </a:r>
            <a:r>
              <a:rPr lang="en-US" b="0" i="0" dirty="0">
                <a:solidFill>
                  <a:srgbClr val="666666"/>
                </a:solidFill>
                <a:effectLst/>
                <a:highlight>
                  <a:srgbClr val="FFFF00"/>
                </a:highlight>
                <a:latin typeface="Helvetica Neue"/>
              </a:rPr>
              <a:t> </a:t>
            </a:r>
            <a:r>
              <a:rPr lang="en-US" b="0" i="0" dirty="0" err="1">
                <a:solidFill>
                  <a:srgbClr val="666666"/>
                </a:solidFill>
                <a:effectLst/>
                <a:highlight>
                  <a:srgbClr val="FFFF00"/>
                </a:highlight>
                <a:latin typeface="Helvetica Neue"/>
              </a:rPr>
              <a:t>newtmitch</a:t>
            </a:r>
            <a:r>
              <a:rPr lang="en-US" b="0" i="0" dirty="0">
                <a:solidFill>
                  <a:srgbClr val="666666"/>
                </a:solidFill>
                <a:effectLst/>
                <a:highlight>
                  <a:srgbClr val="FFFF00"/>
                </a:highlight>
                <a:latin typeface="Helvetica Neue"/>
              </a:rPr>
              <a:t>/sonar-scanner</a:t>
            </a:r>
            <a:endParaRPr lang="sv-SE" b="0" i="0" dirty="0">
              <a:solidFill>
                <a:srgbClr val="666666"/>
              </a:solidFill>
              <a:effectLst/>
              <a:highlight>
                <a:srgbClr val="FFFF00"/>
              </a:highlight>
              <a:latin typeface="Helvetica Neue"/>
            </a:endParaRPr>
          </a:p>
          <a:p>
            <a:pPr marL="0" indent="0" algn="l" fontAlgn="base">
              <a:buNone/>
            </a:pPr>
            <a:r>
              <a:rPr lang="es-ES" b="0" i="0" dirty="0">
                <a:solidFill>
                  <a:srgbClr val="666666"/>
                </a:solidFill>
                <a:effectLst/>
                <a:latin typeface="Helvetica Neue"/>
              </a:rPr>
              <a:t>Cuando el </a:t>
            </a:r>
            <a:r>
              <a:rPr lang="es-ES" b="0" i="0" dirty="0" err="1">
                <a:solidFill>
                  <a:srgbClr val="666666"/>
                </a:solidFill>
                <a:effectLst/>
                <a:latin typeface="Helvetica Neue"/>
              </a:rPr>
              <a:t>escaner</a:t>
            </a:r>
            <a:r>
              <a:rPr lang="es-ES" b="0" i="0" dirty="0">
                <a:solidFill>
                  <a:srgbClr val="666666"/>
                </a:solidFill>
                <a:effectLst/>
                <a:latin typeface="Helvetica Neue"/>
              </a:rPr>
              <a:t> finalice podremos ir a localhost:9000 y ver los resultados.</a:t>
            </a:r>
            <a:endParaRPr lang="es-ES" b="0" i="0" dirty="0">
              <a:solidFill>
                <a:srgbClr val="666666"/>
              </a:solidFill>
              <a:effectLst/>
              <a:highlight>
                <a:srgbClr val="FFFF00"/>
              </a:highlight>
              <a:latin typeface="Helvetica Neue"/>
            </a:endParaRPr>
          </a:p>
          <a:p>
            <a:endParaRPr lang="es-MX" dirty="0"/>
          </a:p>
        </p:txBody>
      </p:sp>
    </p:spTree>
    <p:extLst>
      <p:ext uri="{BB962C8B-B14F-4D97-AF65-F5344CB8AC3E}">
        <p14:creationId xmlns:p14="http://schemas.microsoft.com/office/powerpoint/2010/main" val="2404188664"/>
      </p:ext>
    </p:extLst>
  </p:cSld>
  <p:clrMapOvr>
    <a:masterClrMapping/>
  </p:clrMapOvr>
</p:sld>
</file>

<file path=ppt/theme/theme1.xml><?xml version="1.0" encoding="utf-8"?>
<a:theme xmlns:a="http://schemas.openxmlformats.org/drawingml/2006/main" name="Paquete">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TM10001115[[fn=Paquete]]</Template>
  <TotalTime>709</TotalTime>
  <Words>2528</Words>
  <Application>Microsoft Office PowerPoint</Application>
  <PresentationFormat>Panorámica</PresentationFormat>
  <Paragraphs>158</Paragraphs>
  <Slides>26</Slides>
  <Notes>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26</vt:i4>
      </vt:variant>
    </vt:vector>
  </HeadingPairs>
  <TitlesOfParts>
    <vt:vector size="37" baseType="lpstr">
      <vt:lpstr>Arial</vt:lpstr>
      <vt:lpstr>Calibri</vt:lpstr>
      <vt:lpstr>FuturaPTWeb-Heavy</vt:lpstr>
      <vt:lpstr>Gill Sans MT</vt:lpstr>
      <vt:lpstr>Helvetica Neue</vt:lpstr>
      <vt:lpstr>IBM Plex Sans</vt:lpstr>
      <vt:lpstr>lato</vt:lpstr>
      <vt:lpstr>Menlo</vt:lpstr>
      <vt:lpstr>Montserrat</vt:lpstr>
      <vt:lpstr>Open Sans</vt:lpstr>
      <vt:lpstr>Paquete</vt:lpstr>
      <vt:lpstr>Docker</vt:lpstr>
      <vt:lpstr>¿QUÉ ES DOCKER?</vt:lpstr>
      <vt:lpstr>Y Que es un contenedor?</vt:lpstr>
      <vt:lpstr>Cómo funcionan los contenedores</vt:lpstr>
      <vt:lpstr>contenedores con Kubernetes</vt:lpstr>
      <vt:lpstr>Que es una imagen DOCKER</vt:lpstr>
      <vt:lpstr>¿Qué son las capas?</vt:lpstr>
      <vt:lpstr>Capa de contenedor</vt:lpstr>
      <vt:lpstr>Imagen base</vt:lpstr>
      <vt:lpstr>Creando una imagen Dcoker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Uniendo todos estos conceptos…</vt:lpstr>
      <vt:lpstr>Presentación de PowerPoint</vt:lpstr>
      <vt:lpstr>CICLO DE VIDA DE UN CONTENEDOR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dc:title>
  <dc:creator>CLAUDIO ALONSO VARGAS ORGANISTA</dc:creator>
  <cp:lastModifiedBy>CLAUDIO ALONSO VARGAS ORGANISTA</cp:lastModifiedBy>
  <cp:revision>7</cp:revision>
  <dcterms:created xsi:type="dcterms:W3CDTF">2021-08-30T19:07:17Z</dcterms:created>
  <dcterms:modified xsi:type="dcterms:W3CDTF">2021-10-08T21:20:38Z</dcterms:modified>
</cp:coreProperties>
</file>